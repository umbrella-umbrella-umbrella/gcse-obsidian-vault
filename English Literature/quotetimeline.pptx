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88EDB4-8338-4353-877C-6AD2463F16AA}">
          <p14:sldIdLst/>
        </p14:section>
        <p14:section name="Untitled Section" id="{EF9B2B25-F94E-40DD-85DA-3E35BEAA094D}">
          <p14:sldIdLst>
            <p14:sldId id="25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p:scale>
          <a:sx n="50" d="100"/>
          <a:sy n="50" d="100"/>
        </p:scale>
        <p:origin x="858" y="16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7962FAB-5860-4C99-82F5-66C65F32ED94}" type="doc">
      <dgm:prSet loTypeId="urn:microsoft.com/office/officeart/2024/layout/BulletTimeline" loCatId="timeline" qsTypeId="urn:microsoft.com/office/officeart/2005/8/quickstyle/simple1" qsCatId="simple" csTypeId="urn:microsoft.com/office/officeart/2005/8/colors/accent1_2" csCatId="accent1" phldr="1"/>
      <dgm:spPr/>
      <dgm:t>
        <a:bodyPr/>
        <a:lstStyle/>
        <a:p>
          <a:endParaRPr lang="en-GB"/>
        </a:p>
      </dgm:t>
    </dgm:pt>
    <dgm:pt modelId="{44294535-E342-4D1E-85D5-747A1EAEA33A}">
      <dgm:prSet phldrT="Add an event" phldr="0"/>
      <dgm:spPr/>
      <dgm:t>
        <a:bodyPr/>
        <a:lstStyle/>
        <a:p>
          <a:pPr>
            <a:defRPr b="1"/>
          </a:pPr>
          <a:r>
            <a:rPr lang="en-GB" dirty="0"/>
            <a:t>Act 1</a:t>
          </a:r>
        </a:p>
      </dgm:t>
    </dgm:pt>
    <dgm:pt modelId="{91D919CB-0C38-4553-8FCF-4488F0463772}" type="parTrans" cxnId="{E5BFCAB5-9101-47AD-B9AE-4940E589CCC7}">
      <dgm:prSet/>
      <dgm:spPr/>
      <dgm:t>
        <a:bodyPr/>
        <a:lstStyle/>
        <a:p>
          <a:endParaRPr lang="en-GB"/>
        </a:p>
      </dgm:t>
    </dgm:pt>
    <dgm:pt modelId="{6F496547-2633-4C34-8288-2D0A561FB0DF}" type="sibTrans" cxnId="{E5BFCAB5-9101-47AD-B9AE-4940E589CCC7}">
      <dgm:prSet/>
      <dgm:spPr/>
      <dgm:t>
        <a:bodyPr/>
        <a:lstStyle/>
        <a:p>
          <a:endParaRPr lang="en-GB"/>
        </a:p>
      </dgm:t>
    </dgm:pt>
    <dgm:pt modelId="{7F3D4A2D-1D3E-4684-BD05-C461A0CBBAAA}">
      <dgm:prSet phldrT="Write a description of the significance of this event" phldr="0"/>
      <dgm:spPr/>
      <dgm:t>
        <a:bodyPr/>
        <a:lstStyle/>
        <a:p>
          <a:r>
            <a:rPr lang="en-GB" b="1" dirty="0"/>
            <a:t>Scene 1: </a:t>
          </a:r>
          <a:r>
            <a:rPr lang="en-GB" dirty="0"/>
            <a:t>“Feather of lead”</a:t>
          </a:r>
          <a:br>
            <a:rPr lang="en-GB" dirty="0"/>
          </a:br>
          <a:r>
            <a:rPr lang="en-GB" b="1" dirty="0"/>
            <a:t>Scene 2: </a:t>
          </a:r>
          <a:r>
            <a:rPr lang="en-GB" dirty="0"/>
            <a:t>“Younger than she are happy mothers made”</a:t>
          </a:r>
          <a:br>
            <a:rPr lang="en-GB" dirty="0"/>
          </a:br>
          <a:r>
            <a:rPr lang="en-GB" b="1" dirty="0"/>
            <a:t>Scene 3: </a:t>
          </a:r>
          <a:r>
            <a:rPr lang="en-GB" dirty="0"/>
            <a:t>“</a:t>
          </a:r>
          <a:r>
            <a:rPr lang="en-US" dirty="0"/>
            <a:t>I'll look to like, if looking liking move”</a:t>
          </a:r>
          <a:br>
            <a:rPr lang="en-US" dirty="0"/>
          </a:br>
          <a:r>
            <a:rPr lang="en-US" b="1" dirty="0"/>
            <a:t>Scene 4: </a:t>
          </a:r>
          <a:r>
            <a:rPr lang="en-US" dirty="0"/>
            <a:t>(Dreams) “the children of an idle brain, begot of nothing but vain fantasy”, “my mind misgives Some consequence yet hanging in the stars.”</a:t>
          </a:r>
          <a:br>
            <a:rPr lang="en-US" dirty="0"/>
          </a:br>
          <a:r>
            <a:rPr lang="en-US" b="1" dirty="0"/>
            <a:t>Scene 5: </a:t>
          </a:r>
          <a:r>
            <a:rPr lang="en-US" dirty="0"/>
            <a:t>“My only love sprung from my only hate!”</a:t>
          </a:r>
          <a:endParaRPr lang="en-GB" dirty="0"/>
        </a:p>
      </dgm:t>
    </dgm:pt>
    <dgm:pt modelId="{D571DE2C-F5BF-4399-8E77-488D4D3E524F}" type="parTrans" cxnId="{5CF15149-BFBF-4A9A-9E3C-971DCF6BBDF6}">
      <dgm:prSet/>
      <dgm:spPr/>
      <dgm:t>
        <a:bodyPr/>
        <a:lstStyle/>
        <a:p>
          <a:endParaRPr lang="en-GB"/>
        </a:p>
      </dgm:t>
    </dgm:pt>
    <dgm:pt modelId="{9D0E4701-F0EA-4108-BC16-0B48FB0D2872}" type="sibTrans" cxnId="{5CF15149-BFBF-4A9A-9E3C-971DCF6BBDF6}">
      <dgm:prSet/>
      <dgm:spPr/>
      <dgm:t>
        <a:bodyPr/>
        <a:lstStyle/>
        <a:p>
          <a:endParaRPr lang="en-GB"/>
        </a:p>
      </dgm:t>
    </dgm:pt>
    <dgm:pt modelId="{6F460C4B-4E1E-407E-935F-384FEDF356FC}">
      <dgm:prSet phldrT="Add an event" phldr="0"/>
      <dgm:spPr/>
      <dgm:t>
        <a:bodyPr/>
        <a:lstStyle/>
        <a:p>
          <a:pPr>
            <a:defRPr b="1"/>
          </a:pPr>
          <a:r>
            <a:rPr lang="en-GB" dirty="0"/>
            <a:t>Act 2</a:t>
          </a:r>
        </a:p>
      </dgm:t>
    </dgm:pt>
    <dgm:pt modelId="{6158A2D4-16D2-4F32-9704-867D76F3D51E}" type="parTrans" cxnId="{4C90EAFE-82A3-4EC7-BDEB-5D66859809C8}">
      <dgm:prSet/>
      <dgm:spPr/>
      <dgm:t>
        <a:bodyPr/>
        <a:lstStyle/>
        <a:p>
          <a:endParaRPr lang="en-GB"/>
        </a:p>
      </dgm:t>
    </dgm:pt>
    <dgm:pt modelId="{0446D3E3-E7D9-49F0-A341-0596C9C54054}" type="sibTrans" cxnId="{4C90EAFE-82A3-4EC7-BDEB-5D66859809C8}">
      <dgm:prSet/>
      <dgm:spPr/>
      <dgm:t>
        <a:bodyPr/>
        <a:lstStyle/>
        <a:p>
          <a:endParaRPr lang="en-GB"/>
        </a:p>
      </dgm:t>
    </dgm:pt>
    <dgm:pt modelId="{6833136E-032A-481E-9751-52F614B0DC7B}">
      <dgm:prSet phldrT="Write a description of the significance of this event" phldr="0"/>
      <dgm:spPr/>
      <dgm:t>
        <a:bodyPr/>
        <a:lstStyle/>
        <a:p>
          <a:r>
            <a:rPr lang="en-GB" b="1" dirty="0"/>
            <a:t>Scene 1: </a:t>
          </a:r>
          <a:r>
            <a:rPr lang="en-GB" dirty="0"/>
            <a:t>No good quotes in my opinion, you could have “</a:t>
          </a:r>
          <a:r>
            <a:rPr lang="en-US" dirty="0"/>
            <a:t>I conjure thee by Rosaline's bright eyes”</a:t>
          </a:r>
          <a:br>
            <a:rPr lang="en-US" dirty="0"/>
          </a:br>
          <a:r>
            <a:rPr lang="en-US" b="1" dirty="0"/>
            <a:t>Scene 2: </a:t>
          </a:r>
          <a:r>
            <a:rPr lang="en-US" dirty="0"/>
            <a:t>“O Romeo, Romeo! wherefore art thou Romeo?” (</a:t>
          </a:r>
          <a:r>
            <a:rPr lang="en-US" b="1" dirty="0"/>
            <a:t>Why</a:t>
          </a:r>
          <a:r>
            <a:rPr lang="en-US" b="0" dirty="0"/>
            <a:t> are you Romeo)</a:t>
          </a:r>
          <a:br>
            <a:rPr lang="en-US" b="0" dirty="0"/>
          </a:br>
          <a:r>
            <a:rPr lang="en-US" b="1" dirty="0"/>
            <a:t>Scene 3: </a:t>
          </a:r>
          <a:r>
            <a:rPr lang="en-US" b="0" dirty="0"/>
            <a:t>“Young men's love lies not truly in their hearts, but in their eyes”</a:t>
          </a:r>
          <a:br>
            <a:rPr lang="en-US" b="0" dirty="0"/>
          </a:br>
          <a:r>
            <a:rPr lang="en-US" b="1" dirty="0"/>
            <a:t>Scene 4: </a:t>
          </a:r>
          <a:r>
            <a:rPr lang="en-US" b="0" dirty="0"/>
            <a:t>No good quotes…</a:t>
          </a:r>
        </a:p>
        <a:p>
          <a:r>
            <a:rPr lang="en-US" b="1" dirty="0"/>
            <a:t>Scene 5: </a:t>
          </a:r>
          <a:r>
            <a:rPr lang="en-US" b="0" dirty="0"/>
            <a:t>“Then hie you hence to Friar Laurence' cell”</a:t>
          </a:r>
        </a:p>
        <a:p>
          <a:r>
            <a:rPr lang="en-GB" b="1" dirty="0"/>
            <a:t>Scene 6: </a:t>
          </a:r>
          <a:r>
            <a:rPr lang="en-GB" dirty="0"/>
            <a:t>"</a:t>
          </a:r>
          <a:r>
            <a:rPr lang="en-US" dirty="0"/>
            <a:t>These violent delights have violent ends “, “My true love is grown to such excess”</a:t>
          </a:r>
          <a:endParaRPr lang="en-GB" dirty="0"/>
        </a:p>
      </dgm:t>
    </dgm:pt>
    <dgm:pt modelId="{A48A2F2A-9251-4318-AE0B-0C25ACBC5CBD}" type="parTrans" cxnId="{1DA0BC0C-DB64-428A-AC13-086598361CDD}">
      <dgm:prSet/>
      <dgm:spPr/>
      <dgm:t>
        <a:bodyPr/>
        <a:lstStyle/>
        <a:p>
          <a:endParaRPr lang="en-GB"/>
        </a:p>
      </dgm:t>
    </dgm:pt>
    <dgm:pt modelId="{53D0F30B-9121-496E-81E9-C26DFDA0E1EA}" type="sibTrans" cxnId="{1DA0BC0C-DB64-428A-AC13-086598361CDD}">
      <dgm:prSet/>
      <dgm:spPr/>
      <dgm:t>
        <a:bodyPr/>
        <a:lstStyle/>
        <a:p>
          <a:endParaRPr lang="en-GB"/>
        </a:p>
      </dgm:t>
    </dgm:pt>
    <dgm:pt modelId="{578FDA2D-7A91-4E36-9189-C5F93AFA64EC}">
      <dgm:prSet phldrT="Add an event" phldr="0"/>
      <dgm:spPr/>
      <dgm:t>
        <a:bodyPr/>
        <a:lstStyle/>
        <a:p>
          <a:pPr>
            <a:defRPr b="1"/>
          </a:pPr>
          <a:r>
            <a:rPr lang="en-GB" dirty="0"/>
            <a:t>Act 3</a:t>
          </a:r>
        </a:p>
      </dgm:t>
    </dgm:pt>
    <dgm:pt modelId="{1EDE28B0-07DC-4FB3-9D4E-4400E0B89037}" type="parTrans" cxnId="{E65FB762-518C-46FE-A327-CE2FE31F6FF4}">
      <dgm:prSet/>
      <dgm:spPr/>
      <dgm:t>
        <a:bodyPr/>
        <a:lstStyle/>
        <a:p>
          <a:endParaRPr lang="en-GB"/>
        </a:p>
      </dgm:t>
    </dgm:pt>
    <dgm:pt modelId="{E2BB1AFE-8DF2-447B-AA8D-6A619A79FEC3}" type="sibTrans" cxnId="{E65FB762-518C-46FE-A327-CE2FE31F6FF4}">
      <dgm:prSet/>
      <dgm:spPr/>
      <dgm:t>
        <a:bodyPr/>
        <a:lstStyle/>
        <a:p>
          <a:endParaRPr lang="en-GB"/>
        </a:p>
      </dgm:t>
    </dgm:pt>
    <dgm:pt modelId="{271911FC-7FC3-4EC6-9A72-CB6A8E458690}">
      <dgm:prSet phldrT="Write a description of the significance of this event" phldr="0"/>
      <dgm:spPr/>
      <dgm:t>
        <a:bodyPr/>
        <a:lstStyle/>
        <a:p>
          <a:r>
            <a:rPr lang="en-GB" b="1" dirty="0"/>
            <a:t>Scene 1: Turning point of the Play </a:t>
          </a:r>
          <a:r>
            <a:rPr lang="en-GB" dirty="0"/>
            <a:t>“reason of my love” “</a:t>
          </a:r>
          <a:r>
            <a:rPr lang="en-US" dirty="0"/>
            <a:t>good Capulet,—which name I tender As dearly as my own”, </a:t>
          </a:r>
          <a:r>
            <a:rPr lang="en-US" b="1" dirty="0"/>
            <a:t>“A plague o' both your houses!”, </a:t>
          </a:r>
          <a:r>
            <a:rPr lang="en-US" dirty="0"/>
            <a:t>“ask for me tomorrow, and you shall find me a grave man.”, </a:t>
          </a:r>
          <a:r>
            <a:rPr lang="en-US" b="1" dirty="0"/>
            <a:t>“Either thou, or I, or both, must go with him.”</a:t>
          </a:r>
          <a:r>
            <a:rPr lang="en-US" dirty="0"/>
            <a:t>, “O, I am fortune's fool!”</a:t>
          </a:r>
          <a:br>
            <a:rPr lang="en-US" dirty="0"/>
          </a:br>
          <a:r>
            <a:rPr lang="en-US" b="1" dirty="0"/>
            <a:t>Scene 2: </a:t>
          </a:r>
          <a:r>
            <a:rPr lang="en-US" dirty="0"/>
            <a:t>“Shall I speak ill of him that is my husband?”, </a:t>
          </a:r>
          <a:br>
            <a:rPr lang="en-US" dirty="0"/>
          </a:br>
          <a:r>
            <a:rPr lang="en-US" b="1" dirty="0"/>
            <a:t>Scene 3: </a:t>
          </a:r>
          <a:r>
            <a:rPr lang="en-US" dirty="0"/>
            <a:t>“Ha, banishment! be merciful, say death!”, “</a:t>
          </a:r>
          <a:r>
            <a:rPr lang="en-GB" dirty="0"/>
            <a:t>Thy tears are womanish”, “</a:t>
          </a:r>
          <a:r>
            <a:rPr lang="en-US" dirty="0"/>
            <a:t>thy wild acts denote the unreasonable fury of a beast.”</a:t>
          </a:r>
          <a:br>
            <a:rPr lang="en-US" dirty="0"/>
          </a:br>
          <a:r>
            <a:rPr lang="en-US" b="1" dirty="0"/>
            <a:t>Scene 4: </a:t>
          </a:r>
          <a:r>
            <a:rPr lang="en-US" dirty="0"/>
            <a:t>“These times of woe afford no time to woo.”</a:t>
          </a:r>
          <a:br>
            <a:rPr lang="en-US" dirty="0"/>
          </a:br>
          <a:r>
            <a:rPr lang="en-US" b="1" dirty="0"/>
            <a:t>Scene 5: </a:t>
          </a:r>
          <a:r>
            <a:rPr lang="en-US" dirty="0"/>
            <a:t>“It was the nightingale, and not the lark,”, “Hang thee, young baggage! disobedient wretch!” “my fingers itch.”</a:t>
          </a:r>
          <a:br>
            <a:rPr lang="en-US" dirty="0"/>
          </a:br>
          <a:br>
            <a:rPr lang="en-US" dirty="0"/>
          </a:br>
          <a:br>
            <a:rPr lang="en-US" dirty="0"/>
          </a:br>
          <a:br>
            <a:rPr lang="en-US" dirty="0"/>
          </a:br>
          <a:endParaRPr lang="en-GB" dirty="0"/>
        </a:p>
      </dgm:t>
    </dgm:pt>
    <dgm:pt modelId="{EE481A8A-C90D-474D-9AF3-5D6CDC3C4BDB}" type="parTrans" cxnId="{BD9567C7-EFE2-45B9-935E-A8473892F2F6}">
      <dgm:prSet/>
      <dgm:spPr/>
      <dgm:t>
        <a:bodyPr/>
        <a:lstStyle/>
        <a:p>
          <a:endParaRPr lang="en-GB"/>
        </a:p>
      </dgm:t>
    </dgm:pt>
    <dgm:pt modelId="{8B9E9D46-22FF-41F4-8012-79C0CF84373D}" type="sibTrans" cxnId="{BD9567C7-EFE2-45B9-935E-A8473892F2F6}">
      <dgm:prSet/>
      <dgm:spPr/>
      <dgm:t>
        <a:bodyPr/>
        <a:lstStyle/>
        <a:p>
          <a:endParaRPr lang="en-GB"/>
        </a:p>
      </dgm:t>
    </dgm:pt>
    <dgm:pt modelId="{5CE72B7B-9CB0-4C45-8698-F653BAEC0771}">
      <dgm:prSet phldrT="Add an event" phldr="0"/>
      <dgm:spPr/>
      <dgm:t>
        <a:bodyPr/>
        <a:lstStyle/>
        <a:p>
          <a:pPr>
            <a:defRPr b="1"/>
          </a:pPr>
          <a:r>
            <a:rPr lang="en-GB" dirty="0"/>
            <a:t>Act 4</a:t>
          </a:r>
        </a:p>
      </dgm:t>
    </dgm:pt>
    <dgm:pt modelId="{F8C583DD-25F5-4BE7-A123-12A24FA7FC02}" type="parTrans" cxnId="{6AB16FB0-E094-4ECC-9F10-D56AAAA391EB}">
      <dgm:prSet/>
      <dgm:spPr/>
      <dgm:t>
        <a:bodyPr/>
        <a:lstStyle/>
        <a:p>
          <a:endParaRPr lang="en-GB"/>
        </a:p>
      </dgm:t>
    </dgm:pt>
    <dgm:pt modelId="{B31ADCF0-A19B-4CC9-A333-E74CCC614FD1}" type="sibTrans" cxnId="{6AB16FB0-E094-4ECC-9F10-D56AAAA391EB}">
      <dgm:prSet/>
      <dgm:spPr/>
      <dgm:t>
        <a:bodyPr/>
        <a:lstStyle/>
        <a:p>
          <a:endParaRPr lang="en-GB"/>
        </a:p>
      </dgm:t>
    </dgm:pt>
    <dgm:pt modelId="{D624312E-71E2-4243-8761-67F3D6E62E54}">
      <dgm:prSet phldrT="Write a description of the significance of this event" phldr="0"/>
      <dgm:spPr/>
      <dgm:t>
        <a:bodyPr/>
        <a:lstStyle/>
        <a:p>
          <a:r>
            <a:rPr lang="en-GB" b="1" dirty="0"/>
            <a:t>Scene 1: </a:t>
          </a:r>
          <a:r>
            <a:rPr lang="en-GB" dirty="0"/>
            <a:t>“</a:t>
          </a:r>
          <a:r>
            <a:rPr lang="en-US" dirty="0"/>
            <a:t>And I am nothing slow to slack his haste.”, “Happily met, my lady and my wife!”, “O, bid me leap, rather than marry Paris,”, “Give me, give me! O, tell not me of fear!”</a:t>
          </a:r>
          <a:br>
            <a:rPr lang="en-US" dirty="0"/>
          </a:br>
          <a:r>
            <a:rPr lang="en-US" b="1" dirty="0"/>
            <a:t>Scene 2: </a:t>
          </a:r>
          <a:r>
            <a:rPr lang="en-US" dirty="0"/>
            <a:t>No good quotes</a:t>
          </a:r>
          <a:br>
            <a:rPr lang="en-US" dirty="0"/>
          </a:br>
          <a:r>
            <a:rPr lang="en-US" b="1" dirty="0"/>
            <a:t>Scene 3: </a:t>
          </a:r>
          <a:r>
            <a:rPr lang="en-US" dirty="0"/>
            <a:t>“Romeo, I drink to thee.”</a:t>
          </a:r>
          <a:br>
            <a:rPr lang="en-US" dirty="0"/>
          </a:br>
          <a:r>
            <a:rPr lang="en-US" b="1" dirty="0"/>
            <a:t>Scene 4: </a:t>
          </a:r>
          <a:r>
            <a:rPr lang="en-US" dirty="0"/>
            <a:t>No </a:t>
          </a:r>
          <a:r>
            <a:rPr lang="en-US" dirty="0" err="1"/>
            <a:t>qood</a:t>
          </a:r>
          <a:r>
            <a:rPr lang="en-US" dirty="0"/>
            <a:t> quotes</a:t>
          </a:r>
          <a:br>
            <a:rPr lang="en-US" dirty="0"/>
          </a:br>
          <a:r>
            <a:rPr lang="en-US" b="1" dirty="0"/>
            <a:t>Scene 5: </a:t>
          </a:r>
          <a:r>
            <a:rPr lang="en-US" dirty="0"/>
            <a:t>“</a:t>
          </a:r>
          <a:r>
            <a:rPr lang="en-GB" dirty="0"/>
            <a:t>O lamentable day!”</a:t>
          </a:r>
          <a:br>
            <a:rPr lang="en-GB" dirty="0"/>
          </a:br>
          <a:endParaRPr lang="en-US" dirty="0"/>
        </a:p>
      </dgm:t>
    </dgm:pt>
    <dgm:pt modelId="{69948690-E1B9-4809-950D-12310471092D}" type="parTrans" cxnId="{0E5B2BAA-3C75-4F2B-800C-6B8907BB1B77}">
      <dgm:prSet/>
      <dgm:spPr/>
      <dgm:t>
        <a:bodyPr/>
        <a:lstStyle/>
        <a:p>
          <a:endParaRPr lang="en-GB"/>
        </a:p>
      </dgm:t>
    </dgm:pt>
    <dgm:pt modelId="{BBEA4EEC-13B3-4624-A895-B9565B3B754C}" type="sibTrans" cxnId="{0E5B2BAA-3C75-4F2B-800C-6B8907BB1B77}">
      <dgm:prSet/>
      <dgm:spPr/>
      <dgm:t>
        <a:bodyPr/>
        <a:lstStyle/>
        <a:p>
          <a:endParaRPr lang="en-GB"/>
        </a:p>
      </dgm:t>
    </dgm:pt>
    <dgm:pt modelId="{FA0E7DC5-5479-453D-ACEF-D8CD0F1E377F}">
      <dgm:prSet phldrT="Add an event" phldr="0"/>
      <dgm:spPr/>
      <dgm:t>
        <a:bodyPr/>
        <a:lstStyle/>
        <a:p>
          <a:pPr>
            <a:defRPr b="1"/>
          </a:pPr>
          <a:r>
            <a:rPr lang="en-GB" dirty="0"/>
            <a:t>Act 5</a:t>
          </a:r>
        </a:p>
      </dgm:t>
    </dgm:pt>
    <dgm:pt modelId="{1BE4F288-1673-4DEB-8AFA-F1042C5306DF}" type="parTrans" cxnId="{7EAE7D87-D685-4978-8920-67B2AC7BF1F8}">
      <dgm:prSet/>
      <dgm:spPr/>
      <dgm:t>
        <a:bodyPr/>
        <a:lstStyle/>
        <a:p>
          <a:endParaRPr lang="en-GB"/>
        </a:p>
      </dgm:t>
    </dgm:pt>
    <dgm:pt modelId="{063EC37E-D59E-4A2E-BB78-8B981CD8084A}" type="sibTrans" cxnId="{7EAE7D87-D685-4978-8920-67B2AC7BF1F8}">
      <dgm:prSet/>
      <dgm:spPr/>
      <dgm:t>
        <a:bodyPr/>
        <a:lstStyle/>
        <a:p>
          <a:endParaRPr lang="en-GB"/>
        </a:p>
      </dgm:t>
    </dgm:pt>
    <dgm:pt modelId="{DB923670-3D85-4B6B-9BEA-699A6925CD39}">
      <dgm:prSet phldrT="Write a description of the significance of this event" phldr="0"/>
      <dgm:spPr/>
      <dgm:t>
        <a:bodyPr/>
        <a:lstStyle/>
        <a:p>
          <a:r>
            <a:rPr lang="en-GB" b="1" dirty="0"/>
            <a:t>Scene 1: </a:t>
          </a:r>
          <a:r>
            <a:rPr lang="en-GB" dirty="0"/>
            <a:t>“I defy you, stars!”, “</a:t>
          </a:r>
          <a:r>
            <a:rPr lang="en-US" dirty="0"/>
            <a:t>My poverty, but not my will, consents.”, </a:t>
          </a:r>
          <a:r>
            <a:rPr lang="en-GB" dirty="0"/>
            <a:t>“Come, cordial and not poison, go with me.”</a:t>
          </a:r>
          <a:br>
            <a:rPr lang="en-GB" dirty="0"/>
          </a:br>
          <a:r>
            <a:rPr lang="en-GB" b="1" dirty="0"/>
            <a:t>Scene 2: </a:t>
          </a:r>
          <a:r>
            <a:rPr lang="en-GB" dirty="0"/>
            <a:t>“</a:t>
          </a:r>
          <a:r>
            <a:rPr lang="en-US" dirty="0"/>
            <a:t>Suspecting that we both were in a house Where the infectious pestilence did reign, </a:t>
          </a:r>
          <a:r>
            <a:rPr lang="en-US" dirty="0" err="1"/>
            <a:t>Seal'd</a:t>
          </a:r>
          <a:r>
            <a:rPr lang="en-US" dirty="0"/>
            <a:t> up the doors, and would not let us forth;” = </a:t>
          </a:r>
          <a:r>
            <a:rPr lang="en-US" b="1" dirty="0"/>
            <a:t>Mercutio’s Malediction. </a:t>
          </a:r>
          <a:r>
            <a:rPr lang="en-US" b="0" dirty="0"/>
            <a:t>“</a:t>
          </a:r>
          <a:r>
            <a:rPr lang="en-GB" b="0" dirty="0"/>
            <a:t>Unhappy fortune!”</a:t>
          </a:r>
          <a:br>
            <a:rPr lang="en-GB" b="0" dirty="0"/>
          </a:br>
          <a:r>
            <a:rPr lang="en-GB" b="1" dirty="0"/>
            <a:t>Scene 3: </a:t>
          </a:r>
          <a:r>
            <a:rPr lang="en-GB" b="0" dirty="0"/>
            <a:t>“</a:t>
          </a:r>
          <a:r>
            <a:rPr lang="en-US" b="0" dirty="0"/>
            <a:t>O, I am slain! If thou be merciful, Open the tomb, lay me with Juliet.”, “Thus with a kiss I die”, “O happy dagger!”,  A greater power than we can contradict Hath thwarted our intents.” “If aught in this miscarried by my fault, let my old life be sacrificed”, “For never was a story of more woe, than this of Juliet and her Romeo.”</a:t>
          </a:r>
          <a:endParaRPr lang="en-GB" dirty="0"/>
        </a:p>
      </dgm:t>
    </dgm:pt>
    <dgm:pt modelId="{B215DD4C-ED4E-4EA7-A871-5C3ABC55B6E1}" type="parTrans" cxnId="{741BA24E-5085-4AD8-8F2B-FD9DD0B3A51A}">
      <dgm:prSet/>
      <dgm:spPr/>
      <dgm:t>
        <a:bodyPr/>
        <a:lstStyle/>
        <a:p>
          <a:endParaRPr lang="en-GB"/>
        </a:p>
      </dgm:t>
    </dgm:pt>
    <dgm:pt modelId="{845016D0-9DC6-4BDC-B3A8-E1C8453937C8}" type="sibTrans" cxnId="{741BA24E-5085-4AD8-8F2B-FD9DD0B3A51A}">
      <dgm:prSet/>
      <dgm:spPr/>
      <dgm:t>
        <a:bodyPr/>
        <a:lstStyle/>
        <a:p>
          <a:endParaRPr lang="en-GB"/>
        </a:p>
      </dgm:t>
    </dgm:pt>
    <dgm:pt modelId="{0A53AAEF-8A5C-4EE7-B3C2-6E12C548BF31}" type="pres">
      <dgm:prSet presAssocID="{77962FAB-5860-4C99-82F5-66C65F32ED94}" presName="root" presStyleCnt="0">
        <dgm:presLayoutVars>
          <dgm:dir/>
          <dgm:animLvl val="lvl"/>
        </dgm:presLayoutVars>
      </dgm:prSet>
      <dgm:spPr/>
    </dgm:pt>
    <dgm:pt modelId="{8995836C-081C-4DF0-8D44-76FD8FA35E0C}" type="pres">
      <dgm:prSet presAssocID="{77962FAB-5860-4C99-82F5-66C65F32ED94}" presName="divider" presStyleCnt="0"/>
      <dgm:spPr/>
    </dgm:pt>
    <dgm:pt modelId="{B804D3A7-4111-4090-8922-BD9CEF5400BD}" type="pres">
      <dgm:prSet presAssocID="{77962FAB-5860-4C99-82F5-66C65F32ED94}" presName="rectBar" presStyleLbl="dkBgShp" presStyleIdx="0" presStyleCnt="7"/>
      <dgm:spPr>
        <a:solidFill>
          <a:srgbClr val="4472C4"/>
        </a:solidFill>
        <a:ln>
          <a:solidFill>
            <a:schemeClr val="tx2">
              <a:lumMod val="60000"/>
              <a:lumOff val="40000"/>
            </a:schemeClr>
          </a:solidFill>
        </a:ln>
        <a:effectLst/>
      </dgm:spPr>
    </dgm:pt>
    <dgm:pt modelId="{DA4E1B6D-E3D7-471F-852F-A85EE9EFAE97}" type="pres">
      <dgm:prSet presAssocID="{77962FAB-5860-4C99-82F5-66C65F32ED94}" presName="chevronArrow" presStyleLbl="dkBgShp" presStyleIdx="1" presStyleCnt="7"/>
      <dgm:spPr>
        <a:solidFill>
          <a:srgbClr val="4472C4"/>
        </a:solidFill>
        <a:ln>
          <a:noFill/>
        </a:ln>
        <a:effectLst/>
      </dgm:spPr>
    </dgm:pt>
    <dgm:pt modelId="{0A148709-57D6-41BE-A2E3-4527B8BD2680}" type="pres">
      <dgm:prSet presAssocID="{77962FAB-5860-4C99-82F5-66C65F32ED94}" presName="nodes" presStyleCnt="0">
        <dgm:presLayoutVars>
          <dgm:chMax/>
          <dgm:chPref/>
          <dgm:animLvl val="lvl"/>
        </dgm:presLayoutVars>
      </dgm:prSet>
      <dgm:spPr/>
    </dgm:pt>
    <dgm:pt modelId="{B4364000-E7C0-424E-9992-0945E0124296}" type="pres">
      <dgm:prSet presAssocID="{44294535-E342-4D1E-85D5-747A1EAEA33A}" presName="composite" presStyleCnt="0"/>
      <dgm:spPr/>
    </dgm:pt>
    <dgm:pt modelId="{88D1434A-E7DE-431E-B740-59F06FEF2BD7}" type="pres">
      <dgm:prSet presAssocID="{44294535-E342-4D1E-85D5-747A1EAEA33A}" presName="DropPinPlaceHolder" presStyleCnt="0"/>
      <dgm:spPr/>
    </dgm:pt>
    <dgm:pt modelId="{71ECFB4C-15CF-46AF-A945-91460A88CB25}" type="pres">
      <dgm:prSet presAssocID="{44294535-E342-4D1E-85D5-747A1EAEA33A}" presName="DropPin" presStyleLbl="alignNode1" presStyleIdx="0" presStyleCnt="5"/>
      <dgm:spPr/>
    </dgm:pt>
    <dgm:pt modelId="{FE7A70E5-1F61-4874-90A5-E696F5E630CB}" type="pres">
      <dgm:prSet presAssocID="{44294535-E342-4D1E-85D5-747A1EAEA33A}" presName="Ellipse" presStyleLbl="fgAcc1" presStyleIdx="0" presStyleCnt="5"/>
      <dgm:spPr/>
    </dgm:pt>
    <dgm:pt modelId="{B153A13B-CBF6-4CC0-ACD1-D04CC825E414}" type="pres">
      <dgm:prSet presAssocID="{44294535-E342-4D1E-85D5-747A1EAEA33A}" presName="L2TextContainer" presStyleLbl="revTx" presStyleIdx="0" presStyleCnt="10">
        <dgm:presLayoutVars>
          <dgm:bulletEnabled val="1"/>
        </dgm:presLayoutVars>
      </dgm:prSet>
      <dgm:spPr/>
    </dgm:pt>
    <dgm:pt modelId="{BAA5B098-7250-470A-8055-FFA89D4E0764}" type="pres">
      <dgm:prSet presAssocID="{44294535-E342-4D1E-85D5-747A1EAEA33A}" presName="L1TextContainer" presStyleLbl="revTx" presStyleIdx="1" presStyleCnt="10">
        <dgm:presLayoutVars>
          <dgm:chMax val="1"/>
          <dgm:chPref val="1"/>
          <dgm:bulletEnabled val="1"/>
        </dgm:presLayoutVars>
      </dgm:prSet>
      <dgm:spPr/>
    </dgm:pt>
    <dgm:pt modelId="{EBD120FE-E0AD-4111-972E-7FD62F59161A}" type="pres">
      <dgm:prSet presAssocID="{44294535-E342-4D1E-85D5-747A1EAEA33A}" presName="ConnectLine" presStyleLbl="dkBgShp" presStyleIdx="2" presStyleCnt="7"/>
      <dgm:spPr>
        <a:gradFill rotWithShape="0">
          <a:gsLst>
            <a:gs pos="0">
              <a:schemeClr val="accent1">
                <a:tint val="76000"/>
              </a:schemeClr>
            </a:gs>
            <a:gs pos="100000">
              <a:schemeClr val="accent1">
                <a:tint val="76000"/>
              </a:schemeClr>
            </a:gs>
          </a:gsLst>
          <a:lin ang="0" scaled="0"/>
        </a:gradFill>
        <a:ln>
          <a:noFill/>
        </a:ln>
        <a:effectLst/>
      </dgm:spPr>
    </dgm:pt>
    <dgm:pt modelId="{FE197CC0-57B5-4120-80DE-F71ADFF8D8FB}" type="pres">
      <dgm:prSet presAssocID="{44294535-E342-4D1E-85D5-747A1EAEA33A}" presName="ConnectorPoint" presStyleCnt="0"/>
      <dgm:spPr/>
    </dgm:pt>
    <dgm:pt modelId="{F04E7983-BFAB-422B-B314-D266ACF462D1}" type="pres">
      <dgm:prSet presAssocID="{44294535-E342-4D1E-85D5-747A1EAEA33A}" presName="Bullet" presStyleLbl="node1NoLn" presStyleIdx="0" presStyleCnt="5"/>
      <dgm:spPr/>
    </dgm:pt>
    <dgm:pt modelId="{816F64D5-0701-41D0-90BC-BB8174D6DF21}" type="pres">
      <dgm:prSet presAssocID="{44294535-E342-4D1E-85D5-747A1EAEA33A}" presName="EmptyPlaceHolder" presStyleCnt="0"/>
      <dgm:spPr/>
    </dgm:pt>
    <dgm:pt modelId="{525ECF89-D0FB-4154-9B35-02499D136339}" type="pres">
      <dgm:prSet presAssocID="{6F496547-2633-4C34-8288-2D0A561FB0DF}" presName="spaceBetweenRectangles" presStyleCnt="0"/>
      <dgm:spPr/>
    </dgm:pt>
    <dgm:pt modelId="{06549178-7FC1-4974-9D6A-DB9F5F08219F}" type="pres">
      <dgm:prSet presAssocID="{6F460C4B-4E1E-407E-935F-384FEDF356FC}" presName="composite" presStyleCnt="0"/>
      <dgm:spPr/>
    </dgm:pt>
    <dgm:pt modelId="{BB4EB64A-CC7D-4018-9F5E-A05F4F228E55}" type="pres">
      <dgm:prSet presAssocID="{6F460C4B-4E1E-407E-935F-384FEDF356FC}" presName="DropPinPlaceHolder" presStyleCnt="0"/>
      <dgm:spPr/>
    </dgm:pt>
    <dgm:pt modelId="{822AA3EB-89F9-4CDD-B585-7F459CCB9374}" type="pres">
      <dgm:prSet presAssocID="{6F460C4B-4E1E-407E-935F-384FEDF356FC}" presName="DropPin" presStyleLbl="alignNode1" presStyleIdx="1" presStyleCnt="5"/>
      <dgm:spPr/>
    </dgm:pt>
    <dgm:pt modelId="{0ACA1FE1-8C55-47FD-AC8F-F951203ED1EF}" type="pres">
      <dgm:prSet presAssocID="{6F460C4B-4E1E-407E-935F-384FEDF356FC}" presName="Ellipse" presStyleLbl="fgAcc1" presStyleIdx="1" presStyleCnt="5"/>
      <dgm:spPr/>
    </dgm:pt>
    <dgm:pt modelId="{9EB58B73-5210-485B-91F1-3422D4BE1F6D}" type="pres">
      <dgm:prSet presAssocID="{6F460C4B-4E1E-407E-935F-384FEDF356FC}" presName="L2TextContainer" presStyleLbl="revTx" presStyleIdx="2" presStyleCnt="10">
        <dgm:presLayoutVars>
          <dgm:bulletEnabled val="1"/>
        </dgm:presLayoutVars>
      </dgm:prSet>
      <dgm:spPr/>
    </dgm:pt>
    <dgm:pt modelId="{73435E3B-ADEB-4569-AB7F-8A2FEAFCA04D}" type="pres">
      <dgm:prSet presAssocID="{6F460C4B-4E1E-407E-935F-384FEDF356FC}" presName="L1TextContainer" presStyleLbl="revTx" presStyleIdx="3" presStyleCnt="10">
        <dgm:presLayoutVars>
          <dgm:chMax val="1"/>
          <dgm:chPref val="1"/>
          <dgm:bulletEnabled val="1"/>
        </dgm:presLayoutVars>
      </dgm:prSet>
      <dgm:spPr/>
    </dgm:pt>
    <dgm:pt modelId="{6BBA6188-6CB7-41E9-B4CE-5769FAE29694}" type="pres">
      <dgm:prSet presAssocID="{6F460C4B-4E1E-407E-935F-384FEDF356FC}" presName="ConnectLine" presStyleLbl="dkBgShp" presStyleIdx="3" presStyleCnt="7"/>
      <dgm:spPr>
        <a:gradFill rotWithShape="0">
          <a:gsLst>
            <a:gs pos="0">
              <a:schemeClr val="accent1">
                <a:tint val="76000"/>
              </a:schemeClr>
            </a:gs>
            <a:gs pos="100000">
              <a:schemeClr val="accent1">
                <a:tint val="76000"/>
              </a:schemeClr>
            </a:gs>
          </a:gsLst>
          <a:lin ang="0" scaled="0"/>
        </a:gradFill>
        <a:ln>
          <a:noFill/>
        </a:ln>
        <a:effectLst/>
      </dgm:spPr>
    </dgm:pt>
    <dgm:pt modelId="{D071CBAC-3EC6-48D8-8EF7-6C27E7D3BD5C}" type="pres">
      <dgm:prSet presAssocID="{6F460C4B-4E1E-407E-935F-384FEDF356FC}" presName="ConnectorPoint" presStyleCnt="0"/>
      <dgm:spPr/>
    </dgm:pt>
    <dgm:pt modelId="{1E6758BA-D8E3-43E8-8730-FCC524C53F90}" type="pres">
      <dgm:prSet presAssocID="{6F460C4B-4E1E-407E-935F-384FEDF356FC}" presName="Bullet" presStyleLbl="node1NoLn" presStyleIdx="1" presStyleCnt="5"/>
      <dgm:spPr/>
    </dgm:pt>
    <dgm:pt modelId="{7F3016E9-C965-4A73-8221-20C4AEC6E2C7}" type="pres">
      <dgm:prSet presAssocID="{6F460C4B-4E1E-407E-935F-384FEDF356FC}" presName="EmptyPlaceHolder" presStyleCnt="0"/>
      <dgm:spPr/>
    </dgm:pt>
    <dgm:pt modelId="{EB3A9F09-D900-448C-9A4F-D47883C429FF}" type="pres">
      <dgm:prSet presAssocID="{0446D3E3-E7D9-49F0-A341-0596C9C54054}" presName="spaceBetweenRectangles" presStyleCnt="0"/>
      <dgm:spPr/>
    </dgm:pt>
    <dgm:pt modelId="{614292F2-7D96-4D44-8E1C-6E7A6F3CD9EB}" type="pres">
      <dgm:prSet presAssocID="{578FDA2D-7A91-4E36-9189-C5F93AFA64EC}" presName="composite" presStyleCnt="0"/>
      <dgm:spPr/>
    </dgm:pt>
    <dgm:pt modelId="{955849DB-195D-417C-90EF-B7CDA37904CF}" type="pres">
      <dgm:prSet presAssocID="{578FDA2D-7A91-4E36-9189-C5F93AFA64EC}" presName="DropPinPlaceHolder" presStyleCnt="0"/>
      <dgm:spPr/>
    </dgm:pt>
    <dgm:pt modelId="{D8F234B4-3545-4B96-BDF0-456E0CDEF16F}" type="pres">
      <dgm:prSet presAssocID="{578FDA2D-7A91-4E36-9189-C5F93AFA64EC}" presName="DropPin" presStyleLbl="alignNode1" presStyleIdx="2" presStyleCnt="5"/>
      <dgm:spPr/>
    </dgm:pt>
    <dgm:pt modelId="{70E9D41F-000D-4873-9863-2E0AE3ED8373}" type="pres">
      <dgm:prSet presAssocID="{578FDA2D-7A91-4E36-9189-C5F93AFA64EC}" presName="Ellipse" presStyleLbl="fgAcc1" presStyleIdx="2" presStyleCnt="5"/>
      <dgm:spPr/>
    </dgm:pt>
    <dgm:pt modelId="{F2338ED4-743F-4B99-BC64-950CE37506DF}" type="pres">
      <dgm:prSet presAssocID="{578FDA2D-7A91-4E36-9189-C5F93AFA64EC}" presName="L2TextContainer" presStyleLbl="revTx" presStyleIdx="4" presStyleCnt="10">
        <dgm:presLayoutVars>
          <dgm:bulletEnabled val="1"/>
        </dgm:presLayoutVars>
      </dgm:prSet>
      <dgm:spPr/>
    </dgm:pt>
    <dgm:pt modelId="{D375BBBF-EE63-48FE-A152-26C9D34D2394}" type="pres">
      <dgm:prSet presAssocID="{578FDA2D-7A91-4E36-9189-C5F93AFA64EC}" presName="L1TextContainer" presStyleLbl="revTx" presStyleIdx="5" presStyleCnt="10">
        <dgm:presLayoutVars>
          <dgm:chMax val="1"/>
          <dgm:chPref val="1"/>
          <dgm:bulletEnabled val="1"/>
        </dgm:presLayoutVars>
      </dgm:prSet>
      <dgm:spPr/>
    </dgm:pt>
    <dgm:pt modelId="{DB7CC057-B80D-4F3C-A491-B79308A9E960}" type="pres">
      <dgm:prSet presAssocID="{578FDA2D-7A91-4E36-9189-C5F93AFA64EC}" presName="ConnectLine" presStyleLbl="dkBgShp" presStyleIdx="4" presStyleCnt="7"/>
      <dgm:spPr>
        <a:gradFill rotWithShape="0">
          <a:gsLst>
            <a:gs pos="0">
              <a:schemeClr val="accent1">
                <a:tint val="76000"/>
              </a:schemeClr>
            </a:gs>
            <a:gs pos="100000">
              <a:schemeClr val="accent1">
                <a:tint val="76000"/>
              </a:schemeClr>
            </a:gs>
          </a:gsLst>
          <a:lin ang="0" scaled="0"/>
        </a:gradFill>
        <a:ln>
          <a:noFill/>
        </a:ln>
        <a:effectLst/>
      </dgm:spPr>
    </dgm:pt>
    <dgm:pt modelId="{C6C0F797-7E0D-4720-A16B-57DA700EB718}" type="pres">
      <dgm:prSet presAssocID="{578FDA2D-7A91-4E36-9189-C5F93AFA64EC}" presName="ConnectorPoint" presStyleCnt="0"/>
      <dgm:spPr/>
    </dgm:pt>
    <dgm:pt modelId="{A4CE0CB7-3DD5-4779-A53C-35D8CAE642A9}" type="pres">
      <dgm:prSet presAssocID="{578FDA2D-7A91-4E36-9189-C5F93AFA64EC}" presName="Bullet" presStyleLbl="node1NoLn" presStyleIdx="2" presStyleCnt="5"/>
      <dgm:spPr/>
    </dgm:pt>
    <dgm:pt modelId="{5A84EEFC-2E08-4C9B-BA9C-C6698A18B714}" type="pres">
      <dgm:prSet presAssocID="{578FDA2D-7A91-4E36-9189-C5F93AFA64EC}" presName="EmptyPlaceHolder" presStyleCnt="0"/>
      <dgm:spPr/>
    </dgm:pt>
    <dgm:pt modelId="{E7F9BD31-67B5-4D31-ACDE-595D32F3DD56}" type="pres">
      <dgm:prSet presAssocID="{E2BB1AFE-8DF2-447B-AA8D-6A619A79FEC3}" presName="spaceBetweenRectangles" presStyleCnt="0"/>
      <dgm:spPr/>
    </dgm:pt>
    <dgm:pt modelId="{6E583F31-B7DE-4467-B526-CA57021C2915}" type="pres">
      <dgm:prSet presAssocID="{5CE72B7B-9CB0-4C45-8698-F653BAEC0771}" presName="composite" presStyleCnt="0"/>
      <dgm:spPr/>
    </dgm:pt>
    <dgm:pt modelId="{C5B91855-1BA4-4377-A75E-C01F3972FB41}" type="pres">
      <dgm:prSet presAssocID="{5CE72B7B-9CB0-4C45-8698-F653BAEC0771}" presName="DropPinPlaceHolder" presStyleCnt="0"/>
      <dgm:spPr/>
    </dgm:pt>
    <dgm:pt modelId="{526C4E57-6095-4409-BA0B-4FE29099B04E}" type="pres">
      <dgm:prSet presAssocID="{5CE72B7B-9CB0-4C45-8698-F653BAEC0771}" presName="DropPin" presStyleLbl="alignNode1" presStyleIdx="3" presStyleCnt="5"/>
      <dgm:spPr/>
    </dgm:pt>
    <dgm:pt modelId="{54DE66F4-06C1-4F74-96FE-857899A4F1C3}" type="pres">
      <dgm:prSet presAssocID="{5CE72B7B-9CB0-4C45-8698-F653BAEC0771}" presName="Ellipse" presStyleLbl="fgAcc1" presStyleIdx="3" presStyleCnt="5"/>
      <dgm:spPr/>
    </dgm:pt>
    <dgm:pt modelId="{D7DBA928-17B3-47FC-9F45-37DDB61B324D}" type="pres">
      <dgm:prSet presAssocID="{5CE72B7B-9CB0-4C45-8698-F653BAEC0771}" presName="L2TextContainer" presStyleLbl="revTx" presStyleIdx="6" presStyleCnt="10">
        <dgm:presLayoutVars>
          <dgm:bulletEnabled val="1"/>
        </dgm:presLayoutVars>
      </dgm:prSet>
      <dgm:spPr/>
    </dgm:pt>
    <dgm:pt modelId="{8CFE2A60-F376-4808-8450-C7C28854E728}" type="pres">
      <dgm:prSet presAssocID="{5CE72B7B-9CB0-4C45-8698-F653BAEC0771}" presName="L1TextContainer" presStyleLbl="revTx" presStyleIdx="7" presStyleCnt="10">
        <dgm:presLayoutVars>
          <dgm:chMax val="1"/>
          <dgm:chPref val="1"/>
          <dgm:bulletEnabled val="1"/>
        </dgm:presLayoutVars>
      </dgm:prSet>
      <dgm:spPr/>
    </dgm:pt>
    <dgm:pt modelId="{E7DDF853-B336-49D4-A29F-0D5C938EFF20}" type="pres">
      <dgm:prSet presAssocID="{5CE72B7B-9CB0-4C45-8698-F653BAEC0771}" presName="ConnectLine" presStyleLbl="dkBgShp" presStyleIdx="5" presStyleCnt="7"/>
      <dgm:spPr>
        <a:gradFill rotWithShape="0">
          <a:gsLst>
            <a:gs pos="0">
              <a:schemeClr val="accent1">
                <a:tint val="76000"/>
              </a:schemeClr>
            </a:gs>
            <a:gs pos="100000">
              <a:schemeClr val="accent1">
                <a:tint val="76000"/>
              </a:schemeClr>
            </a:gs>
          </a:gsLst>
          <a:lin ang="0" scaled="0"/>
        </a:gradFill>
        <a:ln>
          <a:noFill/>
        </a:ln>
        <a:effectLst/>
      </dgm:spPr>
    </dgm:pt>
    <dgm:pt modelId="{27BE7E49-8379-4698-A615-7A9329239927}" type="pres">
      <dgm:prSet presAssocID="{5CE72B7B-9CB0-4C45-8698-F653BAEC0771}" presName="ConnectorPoint" presStyleCnt="0"/>
      <dgm:spPr/>
    </dgm:pt>
    <dgm:pt modelId="{25409CD5-A229-43DB-8F6B-6FFC59D69BA8}" type="pres">
      <dgm:prSet presAssocID="{5CE72B7B-9CB0-4C45-8698-F653BAEC0771}" presName="Bullet" presStyleLbl="node1NoLn" presStyleIdx="3" presStyleCnt="5"/>
      <dgm:spPr/>
    </dgm:pt>
    <dgm:pt modelId="{CEA523DC-88CD-4797-945C-D85DBEDF2FEC}" type="pres">
      <dgm:prSet presAssocID="{5CE72B7B-9CB0-4C45-8698-F653BAEC0771}" presName="EmptyPlaceHolder" presStyleCnt="0"/>
      <dgm:spPr/>
    </dgm:pt>
    <dgm:pt modelId="{FF4F3EDE-F9D5-4673-94CA-AE6943EB7D3D}" type="pres">
      <dgm:prSet presAssocID="{B31ADCF0-A19B-4CC9-A333-E74CCC614FD1}" presName="spaceBetweenRectangles" presStyleCnt="0"/>
      <dgm:spPr/>
    </dgm:pt>
    <dgm:pt modelId="{3A00005F-7199-4564-9F46-262493D383C0}" type="pres">
      <dgm:prSet presAssocID="{FA0E7DC5-5479-453D-ACEF-D8CD0F1E377F}" presName="composite" presStyleCnt="0"/>
      <dgm:spPr/>
    </dgm:pt>
    <dgm:pt modelId="{162DD2AB-541D-4AEC-9F9C-5C0874E4CB1A}" type="pres">
      <dgm:prSet presAssocID="{FA0E7DC5-5479-453D-ACEF-D8CD0F1E377F}" presName="DropPinPlaceHolder" presStyleCnt="0"/>
      <dgm:spPr/>
    </dgm:pt>
    <dgm:pt modelId="{C899EA0C-9DCD-4C9C-9782-8DE7E3F9F261}" type="pres">
      <dgm:prSet presAssocID="{FA0E7DC5-5479-453D-ACEF-D8CD0F1E377F}" presName="DropPin" presStyleLbl="alignNode1" presStyleIdx="4" presStyleCnt="5"/>
      <dgm:spPr/>
    </dgm:pt>
    <dgm:pt modelId="{6BD9DE16-586D-4BD2-A69E-27F78D9B8C00}" type="pres">
      <dgm:prSet presAssocID="{FA0E7DC5-5479-453D-ACEF-D8CD0F1E377F}" presName="Ellipse" presStyleLbl="fgAcc1" presStyleIdx="4" presStyleCnt="5"/>
      <dgm:spPr/>
    </dgm:pt>
    <dgm:pt modelId="{2A8A7F37-ADF4-406D-B19B-CC8E4F388BA7}" type="pres">
      <dgm:prSet presAssocID="{FA0E7DC5-5479-453D-ACEF-D8CD0F1E377F}" presName="L2TextContainer" presStyleLbl="revTx" presStyleIdx="8" presStyleCnt="10">
        <dgm:presLayoutVars>
          <dgm:bulletEnabled val="1"/>
        </dgm:presLayoutVars>
      </dgm:prSet>
      <dgm:spPr/>
    </dgm:pt>
    <dgm:pt modelId="{FB3F9D94-A28B-42E7-851A-3651552D8EA2}" type="pres">
      <dgm:prSet presAssocID="{FA0E7DC5-5479-453D-ACEF-D8CD0F1E377F}" presName="L1TextContainer" presStyleLbl="revTx" presStyleIdx="9" presStyleCnt="10">
        <dgm:presLayoutVars>
          <dgm:chMax val="1"/>
          <dgm:chPref val="1"/>
          <dgm:bulletEnabled val="1"/>
        </dgm:presLayoutVars>
      </dgm:prSet>
      <dgm:spPr/>
    </dgm:pt>
    <dgm:pt modelId="{2209D2A9-4120-4433-88AF-1582D7936244}" type="pres">
      <dgm:prSet presAssocID="{FA0E7DC5-5479-453D-ACEF-D8CD0F1E377F}" presName="ConnectLine" presStyleLbl="dkBgShp" presStyleIdx="6" presStyleCnt="7"/>
      <dgm:spPr>
        <a:gradFill rotWithShape="0">
          <a:gsLst>
            <a:gs pos="0">
              <a:schemeClr val="accent1">
                <a:tint val="76000"/>
              </a:schemeClr>
            </a:gs>
            <a:gs pos="100000">
              <a:schemeClr val="accent1">
                <a:tint val="76000"/>
              </a:schemeClr>
            </a:gs>
          </a:gsLst>
          <a:lin ang="0" scaled="0"/>
        </a:gradFill>
        <a:ln>
          <a:noFill/>
        </a:ln>
        <a:effectLst/>
      </dgm:spPr>
    </dgm:pt>
    <dgm:pt modelId="{92D0AE2B-48F5-44D0-9CD4-AD8AB5E5A239}" type="pres">
      <dgm:prSet presAssocID="{FA0E7DC5-5479-453D-ACEF-D8CD0F1E377F}" presName="ConnectorPoint" presStyleCnt="0"/>
      <dgm:spPr/>
    </dgm:pt>
    <dgm:pt modelId="{B42BE1B3-3448-41E0-AA3E-80D53B5AE732}" type="pres">
      <dgm:prSet presAssocID="{FA0E7DC5-5479-453D-ACEF-D8CD0F1E377F}" presName="Bullet" presStyleLbl="node1NoLn" presStyleIdx="4" presStyleCnt="5"/>
      <dgm:spPr/>
    </dgm:pt>
    <dgm:pt modelId="{17DF8AFC-EF13-418C-B7C4-EB5FB79E31CD}" type="pres">
      <dgm:prSet presAssocID="{FA0E7DC5-5479-453D-ACEF-D8CD0F1E377F}" presName="EmptyPlaceHolder" presStyleCnt="0"/>
      <dgm:spPr/>
    </dgm:pt>
  </dgm:ptLst>
  <dgm:cxnLst>
    <dgm:cxn modelId="{3247F80A-9146-4606-8E81-CA78DD7585B4}" type="presOf" srcId="{5CE72B7B-9CB0-4C45-8698-F653BAEC0771}" destId="{8CFE2A60-F376-4808-8450-C7C28854E728}" srcOrd="0" destOrd="0" presId="urn:microsoft.com/office/officeart/2024/layout/BulletTimeline"/>
    <dgm:cxn modelId="{1DA0BC0C-DB64-428A-AC13-086598361CDD}" srcId="{6F460C4B-4E1E-407E-935F-384FEDF356FC}" destId="{6833136E-032A-481E-9751-52F614B0DC7B}" srcOrd="0" destOrd="0" parTransId="{A48A2F2A-9251-4318-AE0B-0C25ACBC5CBD}" sibTransId="{53D0F30B-9121-496E-81E9-C26DFDA0E1EA}"/>
    <dgm:cxn modelId="{3873392A-3F77-4BC0-A094-56343A5D6238}" type="presOf" srcId="{6F460C4B-4E1E-407E-935F-384FEDF356FC}" destId="{73435E3B-ADEB-4569-AB7F-8A2FEAFCA04D}" srcOrd="0" destOrd="0" presId="urn:microsoft.com/office/officeart/2024/layout/BulletTimeline"/>
    <dgm:cxn modelId="{A5E4E33D-D098-4BC3-ACAD-36D5BF9C550E}" type="presOf" srcId="{7F3D4A2D-1D3E-4684-BD05-C461A0CBBAAA}" destId="{B153A13B-CBF6-4CC0-ACD1-D04CC825E414}" srcOrd="0" destOrd="0" presId="urn:microsoft.com/office/officeart/2024/layout/BulletTimeline"/>
    <dgm:cxn modelId="{E65FB762-518C-46FE-A327-CE2FE31F6FF4}" srcId="{77962FAB-5860-4C99-82F5-66C65F32ED94}" destId="{578FDA2D-7A91-4E36-9189-C5F93AFA64EC}" srcOrd="2" destOrd="0" parTransId="{1EDE28B0-07DC-4FB3-9D4E-4400E0B89037}" sibTransId="{E2BB1AFE-8DF2-447B-AA8D-6A619A79FEC3}"/>
    <dgm:cxn modelId="{5CF15149-BFBF-4A9A-9E3C-971DCF6BBDF6}" srcId="{44294535-E342-4D1E-85D5-747A1EAEA33A}" destId="{7F3D4A2D-1D3E-4684-BD05-C461A0CBBAAA}" srcOrd="0" destOrd="0" parTransId="{D571DE2C-F5BF-4399-8E77-488D4D3E524F}" sibTransId="{9D0E4701-F0EA-4108-BC16-0B48FB0D2872}"/>
    <dgm:cxn modelId="{741BA24E-5085-4AD8-8F2B-FD9DD0B3A51A}" srcId="{FA0E7DC5-5479-453D-ACEF-D8CD0F1E377F}" destId="{DB923670-3D85-4B6B-9BEA-699A6925CD39}" srcOrd="0" destOrd="0" parTransId="{B215DD4C-ED4E-4EA7-A871-5C3ABC55B6E1}" sibTransId="{845016D0-9DC6-4BDC-B3A8-E1C8453937C8}"/>
    <dgm:cxn modelId="{12F21D75-EED7-4573-849E-A4C8B8A8DFB0}" type="presOf" srcId="{578FDA2D-7A91-4E36-9189-C5F93AFA64EC}" destId="{D375BBBF-EE63-48FE-A152-26C9D34D2394}" srcOrd="0" destOrd="0" presId="urn:microsoft.com/office/officeart/2024/layout/BulletTimeline"/>
    <dgm:cxn modelId="{B16FF283-797F-47AE-9755-4E6AC750B2DC}" type="presOf" srcId="{D624312E-71E2-4243-8761-67F3D6E62E54}" destId="{D7DBA928-17B3-47FC-9F45-37DDB61B324D}" srcOrd="0" destOrd="0" presId="urn:microsoft.com/office/officeart/2024/layout/BulletTimeline"/>
    <dgm:cxn modelId="{7EAE7D87-D685-4978-8920-67B2AC7BF1F8}" srcId="{77962FAB-5860-4C99-82F5-66C65F32ED94}" destId="{FA0E7DC5-5479-453D-ACEF-D8CD0F1E377F}" srcOrd="4" destOrd="0" parTransId="{1BE4F288-1673-4DEB-8AFA-F1042C5306DF}" sibTransId="{063EC37E-D59E-4A2E-BB78-8B981CD8084A}"/>
    <dgm:cxn modelId="{F1B7D18C-4DD9-4A72-8CE7-2B443442C76A}" type="presOf" srcId="{77962FAB-5860-4C99-82F5-66C65F32ED94}" destId="{0A53AAEF-8A5C-4EE7-B3C2-6E12C548BF31}" srcOrd="0" destOrd="0" presId="urn:microsoft.com/office/officeart/2024/layout/BulletTimeline"/>
    <dgm:cxn modelId="{343A23A2-4F0E-4B79-907D-67C8BE1460E4}" type="presOf" srcId="{271911FC-7FC3-4EC6-9A72-CB6A8E458690}" destId="{F2338ED4-743F-4B99-BC64-950CE37506DF}" srcOrd="0" destOrd="0" presId="urn:microsoft.com/office/officeart/2024/layout/BulletTimeline"/>
    <dgm:cxn modelId="{0E5B2BAA-3C75-4F2B-800C-6B8907BB1B77}" srcId="{5CE72B7B-9CB0-4C45-8698-F653BAEC0771}" destId="{D624312E-71E2-4243-8761-67F3D6E62E54}" srcOrd="0" destOrd="0" parTransId="{69948690-E1B9-4809-950D-12310471092D}" sibTransId="{BBEA4EEC-13B3-4624-A895-B9565B3B754C}"/>
    <dgm:cxn modelId="{6AB16FB0-E094-4ECC-9F10-D56AAAA391EB}" srcId="{77962FAB-5860-4C99-82F5-66C65F32ED94}" destId="{5CE72B7B-9CB0-4C45-8698-F653BAEC0771}" srcOrd="3" destOrd="0" parTransId="{F8C583DD-25F5-4BE7-A123-12A24FA7FC02}" sibTransId="{B31ADCF0-A19B-4CC9-A333-E74CCC614FD1}"/>
    <dgm:cxn modelId="{8777F3B3-C62F-47F9-8C54-4F6478CC2907}" type="presOf" srcId="{FA0E7DC5-5479-453D-ACEF-D8CD0F1E377F}" destId="{FB3F9D94-A28B-42E7-851A-3651552D8EA2}" srcOrd="0" destOrd="0" presId="urn:microsoft.com/office/officeart/2024/layout/BulletTimeline"/>
    <dgm:cxn modelId="{E5BFCAB5-9101-47AD-B9AE-4940E589CCC7}" srcId="{77962FAB-5860-4C99-82F5-66C65F32ED94}" destId="{44294535-E342-4D1E-85D5-747A1EAEA33A}" srcOrd="0" destOrd="0" parTransId="{91D919CB-0C38-4553-8FCF-4488F0463772}" sibTransId="{6F496547-2633-4C34-8288-2D0A561FB0DF}"/>
    <dgm:cxn modelId="{72B3EDB6-8F84-42FF-B259-13C5375482DF}" type="presOf" srcId="{44294535-E342-4D1E-85D5-747A1EAEA33A}" destId="{BAA5B098-7250-470A-8055-FFA89D4E0764}" srcOrd="0" destOrd="0" presId="urn:microsoft.com/office/officeart/2024/layout/BulletTimeline"/>
    <dgm:cxn modelId="{BD9567C7-EFE2-45B9-935E-A8473892F2F6}" srcId="{578FDA2D-7A91-4E36-9189-C5F93AFA64EC}" destId="{271911FC-7FC3-4EC6-9A72-CB6A8E458690}" srcOrd="0" destOrd="0" parTransId="{EE481A8A-C90D-474D-9AF3-5D6CDC3C4BDB}" sibTransId="{8B9E9D46-22FF-41F4-8012-79C0CF84373D}"/>
    <dgm:cxn modelId="{DDA7F8CC-E0EA-4616-8768-471013BACC5B}" type="presOf" srcId="{DB923670-3D85-4B6B-9BEA-699A6925CD39}" destId="{2A8A7F37-ADF4-406D-B19B-CC8E4F388BA7}" srcOrd="0" destOrd="0" presId="urn:microsoft.com/office/officeart/2024/layout/BulletTimeline"/>
    <dgm:cxn modelId="{A8DF03DE-97AC-4BBF-8CEB-4265D610A08F}" type="presOf" srcId="{6833136E-032A-481E-9751-52F614B0DC7B}" destId="{9EB58B73-5210-485B-91F1-3422D4BE1F6D}" srcOrd="0" destOrd="0" presId="urn:microsoft.com/office/officeart/2024/layout/BulletTimeline"/>
    <dgm:cxn modelId="{4C90EAFE-82A3-4EC7-BDEB-5D66859809C8}" srcId="{77962FAB-5860-4C99-82F5-66C65F32ED94}" destId="{6F460C4B-4E1E-407E-935F-384FEDF356FC}" srcOrd="1" destOrd="0" parTransId="{6158A2D4-16D2-4F32-9704-867D76F3D51E}" sibTransId="{0446D3E3-E7D9-49F0-A341-0596C9C54054}"/>
    <dgm:cxn modelId="{2A1CA422-5BA5-4B07-A308-ACDA00C78147}" type="presParOf" srcId="{0A53AAEF-8A5C-4EE7-B3C2-6E12C548BF31}" destId="{8995836C-081C-4DF0-8D44-76FD8FA35E0C}" srcOrd="0" destOrd="0" presId="urn:microsoft.com/office/officeart/2024/layout/BulletTimeline"/>
    <dgm:cxn modelId="{28B04D00-2F94-48DF-841E-97A140968646}" type="presParOf" srcId="{8995836C-081C-4DF0-8D44-76FD8FA35E0C}" destId="{B804D3A7-4111-4090-8922-BD9CEF5400BD}" srcOrd="0" destOrd="0" presId="urn:microsoft.com/office/officeart/2024/layout/BulletTimeline"/>
    <dgm:cxn modelId="{199444C9-DF15-4327-ABE5-6C60EE4FB2AA}" type="presParOf" srcId="{8995836C-081C-4DF0-8D44-76FD8FA35E0C}" destId="{DA4E1B6D-E3D7-471F-852F-A85EE9EFAE97}" srcOrd="1" destOrd="0" presId="urn:microsoft.com/office/officeart/2024/layout/BulletTimeline"/>
    <dgm:cxn modelId="{4C7B51E6-E3EB-4FB1-B6D8-6F5B33DAC041}" type="presParOf" srcId="{0A53AAEF-8A5C-4EE7-B3C2-6E12C548BF31}" destId="{0A148709-57D6-41BE-A2E3-4527B8BD2680}" srcOrd="1" destOrd="0" presId="urn:microsoft.com/office/officeart/2024/layout/BulletTimeline"/>
    <dgm:cxn modelId="{EEE28085-CAE5-4D3D-A6C2-C21073FA7C0E}" type="presParOf" srcId="{0A148709-57D6-41BE-A2E3-4527B8BD2680}" destId="{B4364000-E7C0-424E-9992-0945E0124296}" srcOrd="0" destOrd="0" presId="urn:microsoft.com/office/officeart/2024/layout/BulletTimeline"/>
    <dgm:cxn modelId="{7670F665-2606-452D-94FC-38C4487810EA}" type="presParOf" srcId="{B4364000-E7C0-424E-9992-0945E0124296}" destId="{88D1434A-E7DE-431E-B740-59F06FEF2BD7}" srcOrd="0" destOrd="0" presId="urn:microsoft.com/office/officeart/2024/layout/BulletTimeline"/>
    <dgm:cxn modelId="{6206012C-379A-4231-9B70-1839580E20FD}" type="presParOf" srcId="{88D1434A-E7DE-431E-B740-59F06FEF2BD7}" destId="{71ECFB4C-15CF-46AF-A945-91460A88CB25}" srcOrd="0" destOrd="0" presId="urn:microsoft.com/office/officeart/2024/layout/BulletTimeline"/>
    <dgm:cxn modelId="{8687C287-D140-4B17-A1A5-CAB34B0B5236}" type="presParOf" srcId="{88D1434A-E7DE-431E-B740-59F06FEF2BD7}" destId="{FE7A70E5-1F61-4874-90A5-E696F5E630CB}" srcOrd="1" destOrd="0" presId="urn:microsoft.com/office/officeart/2024/layout/BulletTimeline"/>
    <dgm:cxn modelId="{38E81343-4999-40E3-A11F-8A1D91B2CD1B}" type="presParOf" srcId="{B4364000-E7C0-424E-9992-0945E0124296}" destId="{B153A13B-CBF6-4CC0-ACD1-D04CC825E414}" srcOrd="1" destOrd="0" presId="urn:microsoft.com/office/officeart/2024/layout/BulletTimeline"/>
    <dgm:cxn modelId="{BE63FCEA-8764-4DC9-B1FC-302EA85D0A75}" type="presParOf" srcId="{B4364000-E7C0-424E-9992-0945E0124296}" destId="{BAA5B098-7250-470A-8055-FFA89D4E0764}" srcOrd="2" destOrd="0" presId="urn:microsoft.com/office/officeart/2024/layout/BulletTimeline"/>
    <dgm:cxn modelId="{5F38F19F-C6F1-4EA3-B64E-7FF69DD04100}" type="presParOf" srcId="{B4364000-E7C0-424E-9992-0945E0124296}" destId="{EBD120FE-E0AD-4111-972E-7FD62F59161A}" srcOrd="3" destOrd="0" presId="urn:microsoft.com/office/officeart/2024/layout/BulletTimeline"/>
    <dgm:cxn modelId="{5D36348F-5402-40D0-B0DD-7B4E4A4DAF9E}" type="presParOf" srcId="{B4364000-E7C0-424E-9992-0945E0124296}" destId="{FE197CC0-57B5-4120-80DE-F71ADFF8D8FB}" srcOrd="4" destOrd="0" presId="urn:microsoft.com/office/officeart/2024/layout/BulletTimeline"/>
    <dgm:cxn modelId="{7E20D924-C490-481B-A93E-FD5BD581F2C6}" type="presParOf" srcId="{FE197CC0-57B5-4120-80DE-F71ADFF8D8FB}" destId="{F04E7983-BFAB-422B-B314-D266ACF462D1}" srcOrd="0" destOrd="0" presId="urn:microsoft.com/office/officeart/2024/layout/BulletTimeline"/>
    <dgm:cxn modelId="{B88921A0-1B18-480F-BECD-1D274F00DC29}" type="presParOf" srcId="{B4364000-E7C0-424E-9992-0945E0124296}" destId="{816F64D5-0701-41D0-90BC-BB8174D6DF21}" srcOrd="5" destOrd="0" presId="urn:microsoft.com/office/officeart/2024/layout/BulletTimeline"/>
    <dgm:cxn modelId="{90753BE2-D67F-4489-9828-DF1672052AAB}" type="presParOf" srcId="{0A148709-57D6-41BE-A2E3-4527B8BD2680}" destId="{525ECF89-D0FB-4154-9B35-02499D136339}" srcOrd="1" destOrd="0" presId="urn:microsoft.com/office/officeart/2024/layout/BulletTimeline"/>
    <dgm:cxn modelId="{E9D28286-A671-40F8-99BD-0A0EF1DE6B28}" type="presParOf" srcId="{0A148709-57D6-41BE-A2E3-4527B8BD2680}" destId="{06549178-7FC1-4974-9D6A-DB9F5F08219F}" srcOrd="2" destOrd="0" presId="urn:microsoft.com/office/officeart/2024/layout/BulletTimeline"/>
    <dgm:cxn modelId="{371A1D1B-E37E-4B40-B611-5DFEF1B40A5A}" type="presParOf" srcId="{06549178-7FC1-4974-9D6A-DB9F5F08219F}" destId="{BB4EB64A-CC7D-4018-9F5E-A05F4F228E55}" srcOrd="0" destOrd="0" presId="urn:microsoft.com/office/officeart/2024/layout/BulletTimeline"/>
    <dgm:cxn modelId="{9F925296-BF75-42A8-AA2F-F387F2DA1B4C}" type="presParOf" srcId="{BB4EB64A-CC7D-4018-9F5E-A05F4F228E55}" destId="{822AA3EB-89F9-4CDD-B585-7F459CCB9374}" srcOrd="0" destOrd="0" presId="urn:microsoft.com/office/officeart/2024/layout/BulletTimeline"/>
    <dgm:cxn modelId="{504AF47B-2991-42A0-8A41-FEA4BCB92AD6}" type="presParOf" srcId="{BB4EB64A-CC7D-4018-9F5E-A05F4F228E55}" destId="{0ACA1FE1-8C55-47FD-AC8F-F951203ED1EF}" srcOrd="1" destOrd="0" presId="urn:microsoft.com/office/officeart/2024/layout/BulletTimeline"/>
    <dgm:cxn modelId="{82C079F1-CB75-4818-963B-7A70ADAF268F}" type="presParOf" srcId="{06549178-7FC1-4974-9D6A-DB9F5F08219F}" destId="{9EB58B73-5210-485B-91F1-3422D4BE1F6D}" srcOrd="1" destOrd="0" presId="urn:microsoft.com/office/officeart/2024/layout/BulletTimeline"/>
    <dgm:cxn modelId="{CBFD8D8E-D583-42EE-B359-F5C58FF9EA6A}" type="presParOf" srcId="{06549178-7FC1-4974-9D6A-DB9F5F08219F}" destId="{73435E3B-ADEB-4569-AB7F-8A2FEAFCA04D}" srcOrd="2" destOrd="0" presId="urn:microsoft.com/office/officeart/2024/layout/BulletTimeline"/>
    <dgm:cxn modelId="{1FFE8BE6-7C0B-4B45-BE4B-07B291F06341}" type="presParOf" srcId="{06549178-7FC1-4974-9D6A-DB9F5F08219F}" destId="{6BBA6188-6CB7-41E9-B4CE-5769FAE29694}" srcOrd="3" destOrd="0" presId="urn:microsoft.com/office/officeart/2024/layout/BulletTimeline"/>
    <dgm:cxn modelId="{D0D760B4-09A0-4124-9D09-D769D7DC92CB}" type="presParOf" srcId="{06549178-7FC1-4974-9D6A-DB9F5F08219F}" destId="{D071CBAC-3EC6-48D8-8EF7-6C27E7D3BD5C}" srcOrd="4" destOrd="0" presId="urn:microsoft.com/office/officeart/2024/layout/BulletTimeline"/>
    <dgm:cxn modelId="{48874DEC-38D7-4060-BC8C-D575F62A0550}" type="presParOf" srcId="{D071CBAC-3EC6-48D8-8EF7-6C27E7D3BD5C}" destId="{1E6758BA-D8E3-43E8-8730-FCC524C53F90}" srcOrd="0" destOrd="0" presId="urn:microsoft.com/office/officeart/2024/layout/BulletTimeline"/>
    <dgm:cxn modelId="{BE1A23A7-E37C-497A-8E7C-3B37518A7CE8}" type="presParOf" srcId="{06549178-7FC1-4974-9D6A-DB9F5F08219F}" destId="{7F3016E9-C965-4A73-8221-20C4AEC6E2C7}" srcOrd="5" destOrd="0" presId="urn:microsoft.com/office/officeart/2024/layout/BulletTimeline"/>
    <dgm:cxn modelId="{37B8AC0A-E030-4315-BEC2-079487387138}" type="presParOf" srcId="{0A148709-57D6-41BE-A2E3-4527B8BD2680}" destId="{EB3A9F09-D900-448C-9A4F-D47883C429FF}" srcOrd="3" destOrd="0" presId="urn:microsoft.com/office/officeart/2024/layout/BulletTimeline"/>
    <dgm:cxn modelId="{47CC5C2F-AD85-4A6C-9508-10BC005C1917}" type="presParOf" srcId="{0A148709-57D6-41BE-A2E3-4527B8BD2680}" destId="{614292F2-7D96-4D44-8E1C-6E7A6F3CD9EB}" srcOrd="4" destOrd="0" presId="urn:microsoft.com/office/officeart/2024/layout/BulletTimeline"/>
    <dgm:cxn modelId="{BC539F81-C8B3-4461-8733-A3242528993F}" type="presParOf" srcId="{614292F2-7D96-4D44-8E1C-6E7A6F3CD9EB}" destId="{955849DB-195D-417C-90EF-B7CDA37904CF}" srcOrd="0" destOrd="0" presId="urn:microsoft.com/office/officeart/2024/layout/BulletTimeline"/>
    <dgm:cxn modelId="{3CBDE47A-5936-4BF0-B2DF-0346FC8C9605}" type="presParOf" srcId="{955849DB-195D-417C-90EF-B7CDA37904CF}" destId="{D8F234B4-3545-4B96-BDF0-456E0CDEF16F}" srcOrd="0" destOrd="0" presId="urn:microsoft.com/office/officeart/2024/layout/BulletTimeline"/>
    <dgm:cxn modelId="{277C8DC6-DC8F-4747-9648-6D43C7D35114}" type="presParOf" srcId="{955849DB-195D-417C-90EF-B7CDA37904CF}" destId="{70E9D41F-000D-4873-9863-2E0AE3ED8373}" srcOrd="1" destOrd="0" presId="urn:microsoft.com/office/officeart/2024/layout/BulletTimeline"/>
    <dgm:cxn modelId="{A1E9392C-7837-48CE-99AC-B66FD84125A7}" type="presParOf" srcId="{614292F2-7D96-4D44-8E1C-6E7A6F3CD9EB}" destId="{F2338ED4-743F-4B99-BC64-950CE37506DF}" srcOrd="1" destOrd="0" presId="urn:microsoft.com/office/officeart/2024/layout/BulletTimeline"/>
    <dgm:cxn modelId="{6C476AB4-FA58-497F-983F-B2FC9F260E50}" type="presParOf" srcId="{614292F2-7D96-4D44-8E1C-6E7A6F3CD9EB}" destId="{D375BBBF-EE63-48FE-A152-26C9D34D2394}" srcOrd="2" destOrd="0" presId="urn:microsoft.com/office/officeart/2024/layout/BulletTimeline"/>
    <dgm:cxn modelId="{2ADD636D-52EF-4AE3-AC7E-3ECB8649F49E}" type="presParOf" srcId="{614292F2-7D96-4D44-8E1C-6E7A6F3CD9EB}" destId="{DB7CC057-B80D-4F3C-A491-B79308A9E960}" srcOrd="3" destOrd="0" presId="urn:microsoft.com/office/officeart/2024/layout/BulletTimeline"/>
    <dgm:cxn modelId="{ABBC3473-324E-4787-97F3-128256959A0B}" type="presParOf" srcId="{614292F2-7D96-4D44-8E1C-6E7A6F3CD9EB}" destId="{C6C0F797-7E0D-4720-A16B-57DA700EB718}" srcOrd="4" destOrd="0" presId="urn:microsoft.com/office/officeart/2024/layout/BulletTimeline"/>
    <dgm:cxn modelId="{54EF276A-88F1-4EDF-BF23-3C9A80D4A5D7}" type="presParOf" srcId="{C6C0F797-7E0D-4720-A16B-57DA700EB718}" destId="{A4CE0CB7-3DD5-4779-A53C-35D8CAE642A9}" srcOrd="0" destOrd="0" presId="urn:microsoft.com/office/officeart/2024/layout/BulletTimeline"/>
    <dgm:cxn modelId="{5839B457-5062-4654-997B-FD854A6467DF}" type="presParOf" srcId="{614292F2-7D96-4D44-8E1C-6E7A6F3CD9EB}" destId="{5A84EEFC-2E08-4C9B-BA9C-C6698A18B714}" srcOrd="5" destOrd="0" presId="urn:microsoft.com/office/officeart/2024/layout/BulletTimeline"/>
    <dgm:cxn modelId="{A13C46E6-0A94-4541-9487-016488616DAE}" type="presParOf" srcId="{0A148709-57D6-41BE-A2E3-4527B8BD2680}" destId="{E7F9BD31-67B5-4D31-ACDE-595D32F3DD56}" srcOrd="5" destOrd="0" presId="urn:microsoft.com/office/officeart/2024/layout/BulletTimeline"/>
    <dgm:cxn modelId="{09DDF042-A380-4ADC-8FB1-62CE8A1512D9}" type="presParOf" srcId="{0A148709-57D6-41BE-A2E3-4527B8BD2680}" destId="{6E583F31-B7DE-4467-B526-CA57021C2915}" srcOrd="6" destOrd="0" presId="urn:microsoft.com/office/officeart/2024/layout/BulletTimeline"/>
    <dgm:cxn modelId="{0419497A-82A6-4088-954F-F0197BB0D185}" type="presParOf" srcId="{6E583F31-B7DE-4467-B526-CA57021C2915}" destId="{C5B91855-1BA4-4377-A75E-C01F3972FB41}" srcOrd="0" destOrd="0" presId="urn:microsoft.com/office/officeart/2024/layout/BulletTimeline"/>
    <dgm:cxn modelId="{ABDD0151-6CAD-4A54-AD47-4E4128096B6D}" type="presParOf" srcId="{C5B91855-1BA4-4377-A75E-C01F3972FB41}" destId="{526C4E57-6095-4409-BA0B-4FE29099B04E}" srcOrd="0" destOrd="0" presId="urn:microsoft.com/office/officeart/2024/layout/BulletTimeline"/>
    <dgm:cxn modelId="{28730CDD-AFB0-4192-A9DD-1579050CF6F4}" type="presParOf" srcId="{C5B91855-1BA4-4377-A75E-C01F3972FB41}" destId="{54DE66F4-06C1-4F74-96FE-857899A4F1C3}" srcOrd="1" destOrd="0" presId="urn:microsoft.com/office/officeart/2024/layout/BulletTimeline"/>
    <dgm:cxn modelId="{69ADC7FB-8D58-4627-9E32-5D1F5AE44209}" type="presParOf" srcId="{6E583F31-B7DE-4467-B526-CA57021C2915}" destId="{D7DBA928-17B3-47FC-9F45-37DDB61B324D}" srcOrd="1" destOrd="0" presId="urn:microsoft.com/office/officeart/2024/layout/BulletTimeline"/>
    <dgm:cxn modelId="{C3B74F8C-C4DF-46B5-8F79-2F58DFF0A0A2}" type="presParOf" srcId="{6E583F31-B7DE-4467-B526-CA57021C2915}" destId="{8CFE2A60-F376-4808-8450-C7C28854E728}" srcOrd="2" destOrd="0" presId="urn:microsoft.com/office/officeart/2024/layout/BulletTimeline"/>
    <dgm:cxn modelId="{992A2523-83DE-4ED6-8E81-9444DA52F74F}" type="presParOf" srcId="{6E583F31-B7DE-4467-B526-CA57021C2915}" destId="{E7DDF853-B336-49D4-A29F-0D5C938EFF20}" srcOrd="3" destOrd="0" presId="urn:microsoft.com/office/officeart/2024/layout/BulletTimeline"/>
    <dgm:cxn modelId="{9B386A7C-72AF-4677-BFF8-86370AEDC2C5}" type="presParOf" srcId="{6E583F31-B7DE-4467-B526-CA57021C2915}" destId="{27BE7E49-8379-4698-A615-7A9329239927}" srcOrd="4" destOrd="0" presId="urn:microsoft.com/office/officeart/2024/layout/BulletTimeline"/>
    <dgm:cxn modelId="{96240561-77B8-43F2-A978-8B22EC13D37D}" type="presParOf" srcId="{27BE7E49-8379-4698-A615-7A9329239927}" destId="{25409CD5-A229-43DB-8F6B-6FFC59D69BA8}" srcOrd="0" destOrd="0" presId="urn:microsoft.com/office/officeart/2024/layout/BulletTimeline"/>
    <dgm:cxn modelId="{BBA0C62A-643C-46C0-8106-0266935D74E7}" type="presParOf" srcId="{6E583F31-B7DE-4467-B526-CA57021C2915}" destId="{CEA523DC-88CD-4797-945C-D85DBEDF2FEC}" srcOrd="5" destOrd="0" presId="urn:microsoft.com/office/officeart/2024/layout/BulletTimeline"/>
    <dgm:cxn modelId="{D052921E-217C-43EF-8B25-CDB4B636ABCF}" type="presParOf" srcId="{0A148709-57D6-41BE-A2E3-4527B8BD2680}" destId="{FF4F3EDE-F9D5-4673-94CA-AE6943EB7D3D}" srcOrd="7" destOrd="0" presId="urn:microsoft.com/office/officeart/2024/layout/BulletTimeline"/>
    <dgm:cxn modelId="{2ACD528D-093B-4679-9430-A501AB2E3098}" type="presParOf" srcId="{0A148709-57D6-41BE-A2E3-4527B8BD2680}" destId="{3A00005F-7199-4564-9F46-262493D383C0}" srcOrd="8" destOrd="0" presId="urn:microsoft.com/office/officeart/2024/layout/BulletTimeline"/>
    <dgm:cxn modelId="{C68DCF76-9640-42D0-AD74-56A37E409F84}" type="presParOf" srcId="{3A00005F-7199-4564-9F46-262493D383C0}" destId="{162DD2AB-541D-4AEC-9F9C-5C0874E4CB1A}" srcOrd="0" destOrd="0" presId="urn:microsoft.com/office/officeart/2024/layout/BulletTimeline"/>
    <dgm:cxn modelId="{8C58DD47-518C-4392-99B0-8445BE47EBFF}" type="presParOf" srcId="{162DD2AB-541D-4AEC-9F9C-5C0874E4CB1A}" destId="{C899EA0C-9DCD-4C9C-9782-8DE7E3F9F261}" srcOrd="0" destOrd="0" presId="urn:microsoft.com/office/officeart/2024/layout/BulletTimeline"/>
    <dgm:cxn modelId="{E0B23B76-046C-4991-8072-FF9008773F71}" type="presParOf" srcId="{162DD2AB-541D-4AEC-9F9C-5C0874E4CB1A}" destId="{6BD9DE16-586D-4BD2-A69E-27F78D9B8C00}" srcOrd="1" destOrd="0" presId="urn:microsoft.com/office/officeart/2024/layout/BulletTimeline"/>
    <dgm:cxn modelId="{7A3EF5B7-77F4-4CAE-83AA-CB4BACEBCB64}" type="presParOf" srcId="{3A00005F-7199-4564-9F46-262493D383C0}" destId="{2A8A7F37-ADF4-406D-B19B-CC8E4F388BA7}" srcOrd="1" destOrd="0" presId="urn:microsoft.com/office/officeart/2024/layout/BulletTimeline"/>
    <dgm:cxn modelId="{A0541D62-7F70-4080-A49D-278CE4D2E164}" type="presParOf" srcId="{3A00005F-7199-4564-9F46-262493D383C0}" destId="{FB3F9D94-A28B-42E7-851A-3651552D8EA2}" srcOrd="2" destOrd="0" presId="urn:microsoft.com/office/officeart/2024/layout/BulletTimeline"/>
    <dgm:cxn modelId="{092A52E7-3E5E-4279-A5EF-BA80A8753DCA}" type="presParOf" srcId="{3A00005F-7199-4564-9F46-262493D383C0}" destId="{2209D2A9-4120-4433-88AF-1582D7936244}" srcOrd="3" destOrd="0" presId="urn:microsoft.com/office/officeart/2024/layout/BulletTimeline"/>
    <dgm:cxn modelId="{D88BAF78-F2B3-48F9-A20A-B64E620D6780}" type="presParOf" srcId="{3A00005F-7199-4564-9F46-262493D383C0}" destId="{92D0AE2B-48F5-44D0-9CD4-AD8AB5E5A239}" srcOrd="4" destOrd="0" presId="urn:microsoft.com/office/officeart/2024/layout/BulletTimeline"/>
    <dgm:cxn modelId="{D1A68EF8-7334-43BF-B004-FC6F18CFF10B}" type="presParOf" srcId="{92D0AE2B-48F5-44D0-9CD4-AD8AB5E5A239}" destId="{B42BE1B3-3448-41E0-AA3E-80D53B5AE732}" srcOrd="0" destOrd="0" presId="urn:microsoft.com/office/officeart/2024/layout/BulletTimeline"/>
    <dgm:cxn modelId="{60E8C62A-29C5-4342-A1D3-54824D432516}" type="presParOf" srcId="{3A00005F-7199-4564-9F46-262493D383C0}" destId="{17DF8AFC-EF13-418C-B7C4-EB5FB79E31CD}" srcOrd="5" destOrd="0" presId="urn:microsoft.com/office/officeart/2024/layout/Bulle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4D3A7-4111-4090-8922-BD9CEF5400BD}">
      <dsp:nvSpPr>
        <dsp:cNvPr id="0" name=""/>
        <dsp:cNvSpPr/>
      </dsp:nvSpPr>
      <dsp:spPr>
        <a:xfrm>
          <a:off x="0" y="2806293"/>
          <a:ext cx="10762599" cy="56692"/>
        </a:xfrm>
        <a:prstGeom prst="rect">
          <a:avLst/>
        </a:prstGeom>
        <a:solidFill>
          <a:srgbClr val="4472C4"/>
        </a:solidFill>
        <a:ln>
          <a:solidFill>
            <a:schemeClr val="tx2">
              <a:lumMod val="60000"/>
              <a:lumOff val="40000"/>
            </a:schemeClr>
          </a:solidFill>
        </a:ln>
        <a:effectLst/>
      </dsp:spPr>
      <dsp:style>
        <a:lnRef idx="0">
          <a:scrgbClr r="0" g="0" b="0"/>
        </a:lnRef>
        <a:fillRef idx="1">
          <a:scrgbClr r="0" g="0" b="0"/>
        </a:fillRef>
        <a:effectRef idx="0">
          <a:scrgbClr r="0" g="0" b="0"/>
        </a:effectRef>
        <a:fontRef idx="minor"/>
      </dsp:style>
    </dsp:sp>
    <dsp:sp modelId="{DA4E1B6D-E3D7-471F-852F-A85EE9EFAE97}">
      <dsp:nvSpPr>
        <dsp:cNvPr id="0" name=""/>
        <dsp:cNvSpPr/>
      </dsp:nvSpPr>
      <dsp:spPr>
        <a:xfrm>
          <a:off x="10465666" y="2607868"/>
          <a:ext cx="340156" cy="453542"/>
        </a:xfrm>
        <a:prstGeom prst="chevron">
          <a:avLst>
            <a:gd name="adj" fmla="val 75000"/>
          </a:avLst>
        </a:prstGeom>
        <a:solidFill>
          <a:srgbClr val="4472C4"/>
        </a:solidFill>
        <a:ln>
          <a:noFill/>
        </a:ln>
        <a:effectLst/>
      </dsp:spPr>
      <dsp:style>
        <a:lnRef idx="0">
          <a:scrgbClr r="0" g="0" b="0"/>
        </a:lnRef>
        <a:fillRef idx="1">
          <a:scrgbClr r="0" g="0" b="0"/>
        </a:fillRef>
        <a:effectRef idx="0">
          <a:scrgbClr r="0" g="0" b="0"/>
        </a:effectRef>
        <a:fontRef idx="minor"/>
      </dsp:style>
    </dsp:sp>
    <dsp:sp modelId="{B153A13B-CBF6-4CC0-ACD1-D04CC825E414}">
      <dsp:nvSpPr>
        <dsp:cNvPr id="0" name=""/>
        <dsp:cNvSpPr/>
      </dsp:nvSpPr>
      <dsp:spPr>
        <a:xfrm>
          <a:off x="708672" y="1292595"/>
          <a:ext cx="2895027" cy="1315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266700">
            <a:lnSpc>
              <a:spcPct val="90000"/>
            </a:lnSpc>
            <a:spcBef>
              <a:spcPct val="0"/>
            </a:spcBef>
            <a:spcAft>
              <a:spcPct val="35000"/>
            </a:spcAft>
            <a:buNone/>
          </a:pPr>
          <a:r>
            <a:rPr lang="en-GB" sz="600" b="1" kern="1200" dirty="0"/>
            <a:t>Scene 1: </a:t>
          </a:r>
          <a:r>
            <a:rPr lang="en-GB" sz="600" kern="1200" dirty="0"/>
            <a:t>“Feather of lead”</a:t>
          </a:r>
          <a:br>
            <a:rPr lang="en-GB" sz="600" kern="1200" dirty="0"/>
          </a:br>
          <a:r>
            <a:rPr lang="en-GB" sz="600" b="1" kern="1200" dirty="0"/>
            <a:t>Scene 2: </a:t>
          </a:r>
          <a:r>
            <a:rPr lang="en-GB" sz="600" kern="1200" dirty="0"/>
            <a:t>“Younger than she are happy mothers made”</a:t>
          </a:r>
          <a:br>
            <a:rPr lang="en-GB" sz="600" kern="1200" dirty="0"/>
          </a:br>
          <a:r>
            <a:rPr lang="en-GB" sz="600" b="1" kern="1200" dirty="0"/>
            <a:t>Scene 3: </a:t>
          </a:r>
          <a:r>
            <a:rPr lang="en-GB" sz="600" kern="1200" dirty="0"/>
            <a:t>“</a:t>
          </a:r>
          <a:r>
            <a:rPr lang="en-US" sz="600" kern="1200" dirty="0"/>
            <a:t>I'll look to like, if looking liking move”</a:t>
          </a:r>
          <a:br>
            <a:rPr lang="en-US" sz="600" kern="1200" dirty="0"/>
          </a:br>
          <a:r>
            <a:rPr lang="en-US" sz="600" b="1" kern="1200" dirty="0"/>
            <a:t>Scene 4: </a:t>
          </a:r>
          <a:r>
            <a:rPr lang="en-US" sz="600" kern="1200" dirty="0"/>
            <a:t>(Dreams) “the children of an idle brain, begot of nothing but vain fantasy”, “my mind misgives Some consequence yet hanging in the stars.”</a:t>
          </a:r>
          <a:br>
            <a:rPr lang="en-US" sz="600" kern="1200" dirty="0"/>
          </a:br>
          <a:r>
            <a:rPr lang="en-US" sz="600" b="1" kern="1200" dirty="0"/>
            <a:t>Scene 5: </a:t>
          </a:r>
          <a:r>
            <a:rPr lang="en-US" sz="600" kern="1200" dirty="0"/>
            <a:t>“My only love sprung from my only hate!”</a:t>
          </a:r>
          <a:endParaRPr lang="en-GB" sz="600" kern="1200" dirty="0"/>
        </a:p>
      </dsp:txBody>
      <dsp:txXfrm>
        <a:off x="708672" y="1292595"/>
        <a:ext cx="2895027" cy="1315272"/>
      </dsp:txXfrm>
    </dsp:sp>
    <dsp:sp modelId="{BAA5B098-7250-470A-8055-FFA89D4E0764}">
      <dsp:nvSpPr>
        <dsp:cNvPr id="0" name=""/>
        <dsp:cNvSpPr/>
      </dsp:nvSpPr>
      <dsp:spPr>
        <a:xfrm>
          <a:off x="708672" y="612282"/>
          <a:ext cx="2895027" cy="680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355600">
            <a:lnSpc>
              <a:spcPct val="90000"/>
            </a:lnSpc>
            <a:spcBef>
              <a:spcPct val="0"/>
            </a:spcBef>
            <a:spcAft>
              <a:spcPct val="35000"/>
            </a:spcAft>
            <a:buNone/>
            <a:defRPr b="1"/>
          </a:pPr>
          <a:r>
            <a:rPr lang="en-GB" sz="800" kern="1200" dirty="0"/>
            <a:t>Act 1</a:t>
          </a:r>
        </a:p>
      </dsp:txBody>
      <dsp:txXfrm>
        <a:off x="708672" y="612282"/>
        <a:ext cx="2895027" cy="680313"/>
      </dsp:txXfrm>
    </dsp:sp>
    <dsp:sp modelId="{EBD120FE-E0AD-4111-972E-7FD62F59161A}">
      <dsp:nvSpPr>
        <dsp:cNvPr id="0" name=""/>
        <dsp:cNvSpPr/>
      </dsp:nvSpPr>
      <dsp:spPr>
        <a:xfrm>
          <a:off x="334993" y="566927"/>
          <a:ext cx="43962" cy="226771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9EB58B73-5210-485B-91F1-3422D4BE1F6D}">
      <dsp:nvSpPr>
        <dsp:cNvPr id="0" name=""/>
        <dsp:cNvSpPr/>
      </dsp:nvSpPr>
      <dsp:spPr>
        <a:xfrm>
          <a:off x="2507884" y="3991173"/>
          <a:ext cx="2895027" cy="106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266700">
            <a:lnSpc>
              <a:spcPct val="90000"/>
            </a:lnSpc>
            <a:spcBef>
              <a:spcPct val="0"/>
            </a:spcBef>
            <a:spcAft>
              <a:spcPct val="35000"/>
            </a:spcAft>
            <a:buNone/>
          </a:pPr>
          <a:r>
            <a:rPr lang="en-GB" sz="600" b="1" kern="1200" dirty="0"/>
            <a:t>Scene 1: </a:t>
          </a:r>
          <a:r>
            <a:rPr lang="en-GB" sz="600" kern="1200" dirty="0"/>
            <a:t>No good quotes in my opinion, you could have “</a:t>
          </a:r>
          <a:r>
            <a:rPr lang="en-US" sz="600" kern="1200" dirty="0"/>
            <a:t>I conjure thee by Rosaline's bright eyes”</a:t>
          </a:r>
          <a:br>
            <a:rPr lang="en-US" sz="600" kern="1200" dirty="0"/>
          </a:br>
          <a:r>
            <a:rPr lang="en-US" sz="600" b="1" kern="1200" dirty="0"/>
            <a:t>Scene 2: </a:t>
          </a:r>
          <a:r>
            <a:rPr lang="en-US" sz="600" kern="1200" dirty="0"/>
            <a:t>“O Romeo, Romeo! wherefore art thou Romeo?” (</a:t>
          </a:r>
          <a:r>
            <a:rPr lang="en-US" sz="600" b="1" kern="1200" dirty="0"/>
            <a:t>Why</a:t>
          </a:r>
          <a:r>
            <a:rPr lang="en-US" sz="600" b="0" kern="1200" dirty="0"/>
            <a:t> are you Romeo)</a:t>
          </a:r>
          <a:br>
            <a:rPr lang="en-US" sz="600" b="0" kern="1200" dirty="0"/>
          </a:br>
          <a:r>
            <a:rPr lang="en-US" sz="600" b="1" kern="1200" dirty="0"/>
            <a:t>Scene 3: </a:t>
          </a:r>
          <a:r>
            <a:rPr lang="en-US" sz="600" b="0" kern="1200" dirty="0"/>
            <a:t>“Young men's love lies not truly in their hearts, but in their eyes”</a:t>
          </a:r>
          <a:br>
            <a:rPr lang="en-US" sz="600" b="0" kern="1200" dirty="0"/>
          </a:br>
          <a:r>
            <a:rPr lang="en-US" sz="600" b="1" kern="1200" dirty="0"/>
            <a:t>Scene 4: </a:t>
          </a:r>
          <a:r>
            <a:rPr lang="en-US" sz="600" b="0" kern="1200" dirty="0"/>
            <a:t>No good quotes…</a:t>
          </a:r>
        </a:p>
        <a:p>
          <a:pPr marL="0" lvl="0" indent="0" algn="l" defTabSz="266700">
            <a:lnSpc>
              <a:spcPct val="90000"/>
            </a:lnSpc>
            <a:spcBef>
              <a:spcPct val="0"/>
            </a:spcBef>
            <a:spcAft>
              <a:spcPct val="35000"/>
            </a:spcAft>
            <a:buNone/>
          </a:pPr>
          <a:r>
            <a:rPr lang="en-US" sz="600" b="1" kern="1200" dirty="0"/>
            <a:t>Scene 5: </a:t>
          </a:r>
          <a:r>
            <a:rPr lang="en-US" sz="600" b="0" kern="1200" dirty="0"/>
            <a:t>“Then hie you hence to Friar Laurence' cell”</a:t>
          </a:r>
        </a:p>
        <a:p>
          <a:pPr marL="0" lvl="0" indent="0" algn="l" defTabSz="266700">
            <a:lnSpc>
              <a:spcPct val="90000"/>
            </a:lnSpc>
            <a:spcBef>
              <a:spcPct val="0"/>
            </a:spcBef>
            <a:spcAft>
              <a:spcPct val="35000"/>
            </a:spcAft>
            <a:buNone/>
          </a:pPr>
          <a:r>
            <a:rPr lang="en-GB" sz="600" b="1" kern="1200" dirty="0"/>
            <a:t>Scene 6: </a:t>
          </a:r>
          <a:r>
            <a:rPr lang="en-GB" sz="600" kern="1200" dirty="0"/>
            <a:t>"</a:t>
          </a:r>
          <a:r>
            <a:rPr lang="en-US" sz="600" kern="1200" dirty="0"/>
            <a:t>These violent delights have violent ends “, “My true love is grown to such excess”</a:t>
          </a:r>
          <a:endParaRPr lang="en-GB" sz="600" kern="1200" dirty="0"/>
        </a:p>
      </dsp:txBody>
      <dsp:txXfrm>
        <a:off x="2507884" y="3991173"/>
        <a:ext cx="2895027" cy="1065824"/>
      </dsp:txXfrm>
    </dsp:sp>
    <dsp:sp modelId="{73435E3B-ADEB-4569-AB7F-8A2FEAFCA04D}">
      <dsp:nvSpPr>
        <dsp:cNvPr id="0" name=""/>
        <dsp:cNvSpPr/>
      </dsp:nvSpPr>
      <dsp:spPr>
        <a:xfrm>
          <a:off x="2507884" y="3288182"/>
          <a:ext cx="2895027" cy="702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355600">
            <a:lnSpc>
              <a:spcPct val="90000"/>
            </a:lnSpc>
            <a:spcBef>
              <a:spcPct val="0"/>
            </a:spcBef>
            <a:spcAft>
              <a:spcPct val="35000"/>
            </a:spcAft>
            <a:buNone/>
            <a:defRPr b="1"/>
          </a:pPr>
          <a:r>
            <a:rPr lang="en-GB" sz="800" kern="1200" dirty="0"/>
            <a:t>Act 2</a:t>
          </a:r>
        </a:p>
      </dsp:txBody>
      <dsp:txXfrm>
        <a:off x="2507884" y="3288182"/>
        <a:ext cx="2895027" cy="702990"/>
      </dsp:txXfrm>
    </dsp:sp>
    <dsp:sp modelId="{6BBA6188-6CB7-41E9-B4CE-5769FAE29694}">
      <dsp:nvSpPr>
        <dsp:cNvPr id="0" name=""/>
        <dsp:cNvSpPr/>
      </dsp:nvSpPr>
      <dsp:spPr>
        <a:xfrm>
          <a:off x="2134205" y="2834640"/>
          <a:ext cx="43962" cy="226771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F04E7983-BFAB-422B-B314-D266ACF462D1}">
      <dsp:nvSpPr>
        <dsp:cNvPr id="0" name=""/>
        <dsp:cNvSpPr/>
      </dsp:nvSpPr>
      <dsp:spPr>
        <a:xfrm>
          <a:off x="242672" y="2720338"/>
          <a:ext cx="228603" cy="228603"/>
        </a:xfrm>
        <a:prstGeom prst="ellipse">
          <a:avLst/>
        </a:prstGeom>
        <a:solidFill>
          <a:schemeClr val="accent1">
            <a:hueOff val="0"/>
            <a:satOff val="0"/>
            <a:lumOff val="0"/>
            <a:alphaOff val="0"/>
          </a:schemeClr>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1E6758BA-D8E3-43E8-8730-FCC524C53F90}">
      <dsp:nvSpPr>
        <dsp:cNvPr id="0" name=""/>
        <dsp:cNvSpPr/>
      </dsp:nvSpPr>
      <dsp:spPr>
        <a:xfrm>
          <a:off x="2041884" y="2720338"/>
          <a:ext cx="228603" cy="228603"/>
        </a:xfrm>
        <a:prstGeom prst="ellipse">
          <a:avLst/>
        </a:prstGeom>
        <a:solidFill>
          <a:schemeClr val="accent1">
            <a:hueOff val="0"/>
            <a:satOff val="0"/>
            <a:lumOff val="0"/>
            <a:alphaOff val="0"/>
          </a:schemeClr>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F2338ED4-743F-4B99-BC64-950CE37506DF}">
      <dsp:nvSpPr>
        <dsp:cNvPr id="0" name=""/>
        <dsp:cNvSpPr/>
      </dsp:nvSpPr>
      <dsp:spPr>
        <a:xfrm>
          <a:off x="4307096" y="1292595"/>
          <a:ext cx="2895027" cy="1315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266700">
            <a:lnSpc>
              <a:spcPct val="90000"/>
            </a:lnSpc>
            <a:spcBef>
              <a:spcPct val="0"/>
            </a:spcBef>
            <a:spcAft>
              <a:spcPct val="35000"/>
            </a:spcAft>
            <a:buNone/>
          </a:pPr>
          <a:r>
            <a:rPr lang="en-GB" sz="600" b="1" kern="1200" dirty="0"/>
            <a:t>Scene 1: Turning point of the Play </a:t>
          </a:r>
          <a:r>
            <a:rPr lang="en-GB" sz="600" kern="1200" dirty="0"/>
            <a:t>“reason of my love” “</a:t>
          </a:r>
          <a:r>
            <a:rPr lang="en-US" sz="600" kern="1200" dirty="0"/>
            <a:t>good Capulet,—which name I tender As dearly as my own”, </a:t>
          </a:r>
          <a:r>
            <a:rPr lang="en-US" sz="600" b="1" kern="1200" dirty="0"/>
            <a:t>“A plague o' both your houses!”, </a:t>
          </a:r>
          <a:r>
            <a:rPr lang="en-US" sz="600" kern="1200" dirty="0"/>
            <a:t>“ask for me tomorrow, and you shall find me a grave man.”, </a:t>
          </a:r>
          <a:r>
            <a:rPr lang="en-US" sz="600" b="1" kern="1200" dirty="0"/>
            <a:t>“Either thou, or I, or both, must go with him.”</a:t>
          </a:r>
          <a:r>
            <a:rPr lang="en-US" sz="600" kern="1200" dirty="0"/>
            <a:t>, “O, I am fortune's fool!”</a:t>
          </a:r>
          <a:br>
            <a:rPr lang="en-US" sz="600" kern="1200" dirty="0"/>
          </a:br>
          <a:r>
            <a:rPr lang="en-US" sz="600" b="1" kern="1200" dirty="0"/>
            <a:t>Scene 2: </a:t>
          </a:r>
          <a:r>
            <a:rPr lang="en-US" sz="600" kern="1200" dirty="0"/>
            <a:t>“Shall I speak ill of him that is my husband?”, </a:t>
          </a:r>
          <a:br>
            <a:rPr lang="en-US" sz="600" kern="1200" dirty="0"/>
          </a:br>
          <a:r>
            <a:rPr lang="en-US" sz="600" b="1" kern="1200" dirty="0"/>
            <a:t>Scene 3: </a:t>
          </a:r>
          <a:r>
            <a:rPr lang="en-US" sz="600" kern="1200" dirty="0"/>
            <a:t>“Ha, banishment! be merciful, say death!”, “</a:t>
          </a:r>
          <a:r>
            <a:rPr lang="en-GB" sz="600" kern="1200" dirty="0"/>
            <a:t>Thy tears are womanish”, “</a:t>
          </a:r>
          <a:r>
            <a:rPr lang="en-US" sz="600" kern="1200" dirty="0"/>
            <a:t>thy wild acts denote the unreasonable fury of a beast.”</a:t>
          </a:r>
          <a:br>
            <a:rPr lang="en-US" sz="600" kern="1200" dirty="0"/>
          </a:br>
          <a:r>
            <a:rPr lang="en-US" sz="600" b="1" kern="1200" dirty="0"/>
            <a:t>Scene 4: </a:t>
          </a:r>
          <a:r>
            <a:rPr lang="en-US" sz="600" kern="1200" dirty="0"/>
            <a:t>“These times of woe afford no time to woo.”</a:t>
          </a:r>
          <a:br>
            <a:rPr lang="en-US" sz="600" kern="1200" dirty="0"/>
          </a:br>
          <a:r>
            <a:rPr lang="en-US" sz="600" b="1" kern="1200" dirty="0"/>
            <a:t>Scene 5: </a:t>
          </a:r>
          <a:r>
            <a:rPr lang="en-US" sz="600" kern="1200" dirty="0"/>
            <a:t>“It was the nightingale, and not the lark,”, “Hang thee, young baggage! disobedient wretch!” “my fingers itch.”</a:t>
          </a:r>
          <a:br>
            <a:rPr lang="en-US" sz="600" kern="1200" dirty="0"/>
          </a:br>
          <a:br>
            <a:rPr lang="en-US" sz="600" kern="1200" dirty="0"/>
          </a:br>
          <a:br>
            <a:rPr lang="en-US" sz="600" kern="1200" dirty="0"/>
          </a:br>
          <a:br>
            <a:rPr lang="en-US" sz="600" kern="1200" dirty="0"/>
          </a:br>
          <a:endParaRPr lang="en-GB" sz="600" kern="1200" dirty="0"/>
        </a:p>
      </dsp:txBody>
      <dsp:txXfrm>
        <a:off x="4307096" y="1292595"/>
        <a:ext cx="2895027" cy="1315272"/>
      </dsp:txXfrm>
    </dsp:sp>
    <dsp:sp modelId="{D375BBBF-EE63-48FE-A152-26C9D34D2394}">
      <dsp:nvSpPr>
        <dsp:cNvPr id="0" name=""/>
        <dsp:cNvSpPr/>
      </dsp:nvSpPr>
      <dsp:spPr>
        <a:xfrm>
          <a:off x="4307096" y="612282"/>
          <a:ext cx="2895027" cy="680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355600">
            <a:lnSpc>
              <a:spcPct val="90000"/>
            </a:lnSpc>
            <a:spcBef>
              <a:spcPct val="0"/>
            </a:spcBef>
            <a:spcAft>
              <a:spcPct val="35000"/>
            </a:spcAft>
            <a:buNone/>
            <a:defRPr b="1"/>
          </a:pPr>
          <a:r>
            <a:rPr lang="en-GB" sz="800" kern="1200" dirty="0"/>
            <a:t>Act 3</a:t>
          </a:r>
        </a:p>
      </dsp:txBody>
      <dsp:txXfrm>
        <a:off x="4307096" y="612282"/>
        <a:ext cx="2895027" cy="680313"/>
      </dsp:txXfrm>
    </dsp:sp>
    <dsp:sp modelId="{DB7CC057-B80D-4F3C-A491-B79308A9E960}">
      <dsp:nvSpPr>
        <dsp:cNvPr id="0" name=""/>
        <dsp:cNvSpPr/>
      </dsp:nvSpPr>
      <dsp:spPr>
        <a:xfrm>
          <a:off x="3933416" y="566927"/>
          <a:ext cx="43962" cy="226771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D7DBA928-17B3-47FC-9F45-37DDB61B324D}">
      <dsp:nvSpPr>
        <dsp:cNvPr id="0" name=""/>
        <dsp:cNvSpPr/>
      </dsp:nvSpPr>
      <dsp:spPr>
        <a:xfrm>
          <a:off x="6106307" y="3991173"/>
          <a:ext cx="2895027" cy="106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266700">
            <a:lnSpc>
              <a:spcPct val="90000"/>
            </a:lnSpc>
            <a:spcBef>
              <a:spcPct val="0"/>
            </a:spcBef>
            <a:spcAft>
              <a:spcPct val="35000"/>
            </a:spcAft>
            <a:buNone/>
          </a:pPr>
          <a:r>
            <a:rPr lang="en-GB" sz="600" b="1" kern="1200" dirty="0"/>
            <a:t>Scene 1: </a:t>
          </a:r>
          <a:r>
            <a:rPr lang="en-GB" sz="600" kern="1200" dirty="0"/>
            <a:t>“</a:t>
          </a:r>
          <a:r>
            <a:rPr lang="en-US" sz="600" kern="1200" dirty="0"/>
            <a:t>And I am nothing slow to slack his haste.”, “Happily met, my lady and my wife!”, “O, bid me leap, rather than marry Paris,”, “Give me, give me! O, tell not me of fear!”</a:t>
          </a:r>
          <a:br>
            <a:rPr lang="en-US" sz="600" kern="1200" dirty="0"/>
          </a:br>
          <a:r>
            <a:rPr lang="en-US" sz="600" b="1" kern="1200" dirty="0"/>
            <a:t>Scene 2: </a:t>
          </a:r>
          <a:r>
            <a:rPr lang="en-US" sz="600" kern="1200" dirty="0"/>
            <a:t>No good quotes</a:t>
          </a:r>
          <a:br>
            <a:rPr lang="en-US" sz="600" kern="1200" dirty="0"/>
          </a:br>
          <a:r>
            <a:rPr lang="en-US" sz="600" b="1" kern="1200" dirty="0"/>
            <a:t>Scene 3: </a:t>
          </a:r>
          <a:r>
            <a:rPr lang="en-US" sz="600" kern="1200" dirty="0"/>
            <a:t>“Romeo, I drink to thee.”</a:t>
          </a:r>
          <a:br>
            <a:rPr lang="en-US" sz="600" kern="1200" dirty="0"/>
          </a:br>
          <a:r>
            <a:rPr lang="en-US" sz="600" b="1" kern="1200" dirty="0"/>
            <a:t>Scene 4: </a:t>
          </a:r>
          <a:r>
            <a:rPr lang="en-US" sz="600" kern="1200" dirty="0"/>
            <a:t>No </a:t>
          </a:r>
          <a:r>
            <a:rPr lang="en-US" sz="600" kern="1200" dirty="0" err="1"/>
            <a:t>qood</a:t>
          </a:r>
          <a:r>
            <a:rPr lang="en-US" sz="600" kern="1200" dirty="0"/>
            <a:t> quotes</a:t>
          </a:r>
          <a:br>
            <a:rPr lang="en-US" sz="600" kern="1200" dirty="0"/>
          </a:br>
          <a:r>
            <a:rPr lang="en-US" sz="600" b="1" kern="1200" dirty="0"/>
            <a:t>Scene 5: </a:t>
          </a:r>
          <a:r>
            <a:rPr lang="en-US" sz="600" kern="1200" dirty="0"/>
            <a:t>“</a:t>
          </a:r>
          <a:r>
            <a:rPr lang="en-GB" sz="600" kern="1200" dirty="0"/>
            <a:t>O lamentable day!”</a:t>
          </a:r>
          <a:br>
            <a:rPr lang="en-GB" sz="600" kern="1200" dirty="0"/>
          </a:br>
          <a:endParaRPr lang="en-US" sz="600" kern="1200" dirty="0"/>
        </a:p>
      </dsp:txBody>
      <dsp:txXfrm>
        <a:off x="6106307" y="3991173"/>
        <a:ext cx="2895027" cy="1065824"/>
      </dsp:txXfrm>
    </dsp:sp>
    <dsp:sp modelId="{8CFE2A60-F376-4808-8450-C7C28854E728}">
      <dsp:nvSpPr>
        <dsp:cNvPr id="0" name=""/>
        <dsp:cNvSpPr/>
      </dsp:nvSpPr>
      <dsp:spPr>
        <a:xfrm>
          <a:off x="6106307" y="3288182"/>
          <a:ext cx="2895027" cy="702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355600">
            <a:lnSpc>
              <a:spcPct val="90000"/>
            </a:lnSpc>
            <a:spcBef>
              <a:spcPct val="0"/>
            </a:spcBef>
            <a:spcAft>
              <a:spcPct val="35000"/>
            </a:spcAft>
            <a:buNone/>
            <a:defRPr b="1"/>
          </a:pPr>
          <a:r>
            <a:rPr lang="en-GB" sz="800" kern="1200" dirty="0"/>
            <a:t>Act 4</a:t>
          </a:r>
        </a:p>
      </dsp:txBody>
      <dsp:txXfrm>
        <a:off x="6106307" y="3288182"/>
        <a:ext cx="2895027" cy="702990"/>
      </dsp:txXfrm>
    </dsp:sp>
    <dsp:sp modelId="{E7DDF853-B336-49D4-A29F-0D5C938EFF20}">
      <dsp:nvSpPr>
        <dsp:cNvPr id="0" name=""/>
        <dsp:cNvSpPr/>
      </dsp:nvSpPr>
      <dsp:spPr>
        <a:xfrm>
          <a:off x="5732628" y="2834640"/>
          <a:ext cx="43962" cy="226771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A4CE0CB7-3DD5-4779-A53C-35D8CAE642A9}">
      <dsp:nvSpPr>
        <dsp:cNvPr id="0" name=""/>
        <dsp:cNvSpPr/>
      </dsp:nvSpPr>
      <dsp:spPr>
        <a:xfrm>
          <a:off x="3841096" y="2720338"/>
          <a:ext cx="228603" cy="228603"/>
        </a:xfrm>
        <a:prstGeom prst="ellipse">
          <a:avLst/>
        </a:prstGeom>
        <a:solidFill>
          <a:schemeClr val="accent1">
            <a:hueOff val="0"/>
            <a:satOff val="0"/>
            <a:lumOff val="0"/>
            <a:alphaOff val="0"/>
          </a:schemeClr>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25409CD5-A229-43DB-8F6B-6FFC59D69BA8}">
      <dsp:nvSpPr>
        <dsp:cNvPr id="0" name=""/>
        <dsp:cNvSpPr/>
      </dsp:nvSpPr>
      <dsp:spPr>
        <a:xfrm>
          <a:off x="5640307" y="2720338"/>
          <a:ext cx="228603" cy="228603"/>
        </a:xfrm>
        <a:prstGeom prst="ellipse">
          <a:avLst/>
        </a:prstGeom>
        <a:solidFill>
          <a:schemeClr val="accent1">
            <a:hueOff val="0"/>
            <a:satOff val="0"/>
            <a:lumOff val="0"/>
            <a:alphaOff val="0"/>
          </a:schemeClr>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2A8A7F37-ADF4-406D-B19B-CC8E4F388BA7}">
      <dsp:nvSpPr>
        <dsp:cNvPr id="0" name=""/>
        <dsp:cNvSpPr/>
      </dsp:nvSpPr>
      <dsp:spPr>
        <a:xfrm>
          <a:off x="7905519" y="1292595"/>
          <a:ext cx="2895027" cy="1315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266700">
            <a:lnSpc>
              <a:spcPct val="90000"/>
            </a:lnSpc>
            <a:spcBef>
              <a:spcPct val="0"/>
            </a:spcBef>
            <a:spcAft>
              <a:spcPct val="35000"/>
            </a:spcAft>
            <a:buNone/>
          </a:pPr>
          <a:r>
            <a:rPr lang="en-GB" sz="600" b="1" kern="1200" dirty="0"/>
            <a:t>Scene 1: </a:t>
          </a:r>
          <a:r>
            <a:rPr lang="en-GB" sz="600" kern="1200" dirty="0"/>
            <a:t>“I defy you, stars!”, “</a:t>
          </a:r>
          <a:r>
            <a:rPr lang="en-US" sz="600" kern="1200" dirty="0"/>
            <a:t>My poverty, but not my will, consents.”, </a:t>
          </a:r>
          <a:r>
            <a:rPr lang="en-GB" sz="600" kern="1200" dirty="0"/>
            <a:t>“Come, cordial and not poison, go with me.”</a:t>
          </a:r>
          <a:br>
            <a:rPr lang="en-GB" sz="600" kern="1200" dirty="0"/>
          </a:br>
          <a:r>
            <a:rPr lang="en-GB" sz="600" b="1" kern="1200" dirty="0"/>
            <a:t>Scene 2: </a:t>
          </a:r>
          <a:r>
            <a:rPr lang="en-GB" sz="600" kern="1200" dirty="0"/>
            <a:t>“</a:t>
          </a:r>
          <a:r>
            <a:rPr lang="en-US" sz="600" kern="1200" dirty="0"/>
            <a:t>Suspecting that we both were in a house Where the infectious pestilence did reign, </a:t>
          </a:r>
          <a:r>
            <a:rPr lang="en-US" sz="600" kern="1200" dirty="0" err="1"/>
            <a:t>Seal'd</a:t>
          </a:r>
          <a:r>
            <a:rPr lang="en-US" sz="600" kern="1200" dirty="0"/>
            <a:t> up the doors, and would not let us forth;” = </a:t>
          </a:r>
          <a:r>
            <a:rPr lang="en-US" sz="600" b="1" kern="1200" dirty="0"/>
            <a:t>Mercutio’s Malediction. </a:t>
          </a:r>
          <a:r>
            <a:rPr lang="en-US" sz="600" b="0" kern="1200" dirty="0"/>
            <a:t>“</a:t>
          </a:r>
          <a:r>
            <a:rPr lang="en-GB" sz="600" b="0" kern="1200" dirty="0"/>
            <a:t>Unhappy fortune!”</a:t>
          </a:r>
          <a:br>
            <a:rPr lang="en-GB" sz="600" b="0" kern="1200" dirty="0"/>
          </a:br>
          <a:r>
            <a:rPr lang="en-GB" sz="600" b="1" kern="1200" dirty="0"/>
            <a:t>Scene 3: </a:t>
          </a:r>
          <a:r>
            <a:rPr lang="en-GB" sz="600" b="0" kern="1200" dirty="0"/>
            <a:t>“</a:t>
          </a:r>
          <a:r>
            <a:rPr lang="en-US" sz="600" b="0" kern="1200" dirty="0"/>
            <a:t>O, I am slain! If thou be merciful, Open the tomb, lay me with Juliet.”, “Thus with a kiss I die”, “O happy dagger!”,  A greater power than we can contradict Hath thwarted our intents.” “If aught in this miscarried by my fault, let my old life be sacrificed”, “For never was a story of more woe, than this of Juliet and her Romeo.”</a:t>
          </a:r>
          <a:endParaRPr lang="en-GB" sz="600" kern="1200" dirty="0"/>
        </a:p>
      </dsp:txBody>
      <dsp:txXfrm>
        <a:off x="7905519" y="1292595"/>
        <a:ext cx="2895027" cy="1315272"/>
      </dsp:txXfrm>
    </dsp:sp>
    <dsp:sp modelId="{FB3F9D94-A28B-42E7-851A-3651552D8EA2}">
      <dsp:nvSpPr>
        <dsp:cNvPr id="0" name=""/>
        <dsp:cNvSpPr/>
      </dsp:nvSpPr>
      <dsp:spPr>
        <a:xfrm>
          <a:off x="7905519" y="612282"/>
          <a:ext cx="2895027" cy="680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355600">
            <a:lnSpc>
              <a:spcPct val="90000"/>
            </a:lnSpc>
            <a:spcBef>
              <a:spcPct val="0"/>
            </a:spcBef>
            <a:spcAft>
              <a:spcPct val="35000"/>
            </a:spcAft>
            <a:buNone/>
            <a:defRPr b="1"/>
          </a:pPr>
          <a:r>
            <a:rPr lang="en-GB" sz="800" kern="1200" dirty="0"/>
            <a:t>Act 5</a:t>
          </a:r>
        </a:p>
      </dsp:txBody>
      <dsp:txXfrm>
        <a:off x="7905519" y="612282"/>
        <a:ext cx="2895027" cy="680313"/>
      </dsp:txXfrm>
    </dsp:sp>
    <dsp:sp modelId="{2209D2A9-4120-4433-88AF-1582D7936244}">
      <dsp:nvSpPr>
        <dsp:cNvPr id="0" name=""/>
        <dsp:cNvSpPr/>
      </dsp:nvSpPr>
      <dsp:spPr>
        <a:xfrm>
          <a:off x="7531840" y="566927"/>
          <a:ext cx="43962" cy="226771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B42BE1B3-3448-41E0-AA3E-80D53B5AE732}">
      <dsp:nvSpPr>
        <dsp:cNvPr id="0" name=""/>
        <dsp:cNvSpPr/>
      </dsp:nvSpPr>
      <dsp:spPr>
        <a:xfrm>
          <a:off x="7439519" y="2720338"/>
          <a:ext cx="228603" cy="228603"/>
        </a:xfrm>
        <a:prstGeom prst="ellipse">
          <a:avLst/>
        </a:prstGeom>
        <a:solidFill>
          <a:schemeClr val="accent1">
            <a:hueOff val="0"/>
            <a:satOff val="0"/>
            <a:lumOff val="0"/>
            <a:alphaOff val="0"/>
          </a:schemeClr>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C565B-CF58-7085-DB99-65B241D7C3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BB3B375-8E5A-3D48-EAC7-557E67AD48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C5AA0F5-A0F1-D3CD-3603-6B7A96DA32E3}"/>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5" name="Footer Placeholder 4">
            <a:extLst>
              <a:ext uri="{FF2B5EF4-FFF2-40B4-BE49-F238E27FC236}">
                <a16:creationId xmlns:a16="http://schemas.microsoft.com/office/drawing/2014/main" id="{AF8425F1-5198-D192-581C-43E51AFB5F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08425A-C005-83D4-78F6-5B011B29FA16}"/>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1272542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9DEC9-85D0-4F41-C65F-645ED796193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6AC6B20-D764-A5C8-37B2-7E82AD9ED0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DC09E9-6E41-5D89-6F52-C5EC09F33AE6}"/>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5" name="Footer Placeholder 4">
            <a:extLst>
              <a:ext uri="{FF2B5EF4-FFF2-40B4-BE49-F238E27FC236}">
                <a16:creationId xmlns:a16="http://schemas.microsoft.com/office/drawing/2014/main" id="{975F35AD-FEA3-81EE-B456-D5CA5EB8CE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9CB471-4B27-999A-ADBA-7F3DFA700428}"/>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3281170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BBE09-904A-D755-D03B-4F1A5D0A66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01E35B1-7AF1-0E07-737E-91CABBE78F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8525B6-138C-5710-B152-1DCD004BB590}"/>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5" name="Footer Placeholder 4">
            <a:extLst>
              <a:ext uri="{FF2B5EF4-FFF2-40B4-BE49-F238E27FC236}">
                <a16:creationId xmlns:a16="http://schemas.microsoft.com/office/drawing/2014/main" id="{7879EBB2-CABC-6E32-72CE-C0F8A103AC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7956E1-5099-5082-D8CE-D2FF84863508}"/>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4067398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0CF9-10C9-FFC6-7811-4DAF28D83BD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F5301D3-3EA1-4929-6EFE-421D7B5EB4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4977AE9-AF3B-5BB1-A052-B3F801F67D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AE1E719-AB34-64B8-EDA6-D6EB1F1A3288}"/>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6" name="Footer Placeholder 5">
            <a:extLst>
              <a:ext uri="{FF2B5EF4-FFF2-40B4-BE49-F238E27FC236}">
                <a16:creationId xmlns:a16="http://schemas.microsoft.com/office/drawing/2014/main" id="{2368E628-41D3-5C22-DE6C-DEA38B0FA5E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5AFA6A1-ED8F-6BC1-2988-F419980713DB}"/>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106372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9EF3-659E-5795-1DC9-A723FF2BFD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7FD805C-655F-2AE6-DD84-F265C01667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9E68F8-CF45-CD90-844E-77FA1DDC7B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5442997-84B5-1621-64D4-5F2C8682A4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E43026-3367-98EE-A7B7-E051F049D3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769D072-63B7-DFCC-530C-7771FFA78A1F}"/>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8" name="Footer Placeholder 7">
            <a:extLst>
              <a:ext uri="{FF2B5EF4-FFF2-40B4-BE49-F238E27FC236}">
                <a16:creationId xmlns:a16="http://schemas.microsoft.com/office/drawing/2014/main" id="{33740CB4-62DE-F0F3-BF4A-06F0B3562EC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20862F7-58D8-3BFF-1651-F65D4330D4B2}"/>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104286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415EE-18B1-4D0B-130D-B806C5B0EFF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05B7613-4C44-E19A-D5B5-13A653971B6A}"/>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4" name="Footer Placeholder 3">
            <a:extLst>
              <a:ext uri="{FF2B5EF4-FFF2-40B4-BE49-F238E27FC236}">
                <a16:creationId xmlns:a16="http://schemas.microsoft.com/office/drawing/2014/main" id="{AC5A4F8F-9B80-6D2E-7F9F-50A12A4ADC3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39CC849-3CBA-598A-BFD9-0E614D71A876}"/>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12736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F832BB-2129-8D69-D006-A478D6926E75}"/>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3" name="Footer Placeholder 2">
            <a:extLst>
              <a:ext uri="{FF2B5EF4-FFF2-40B4-BE49-F238E27FC236}">
                <a16:creationId xmlns:a16="http://schemas.microsoft.com/office/drawing/2014/main" id="{DDAF3F95-82FA-E380-6BC6-ED9DE0D7957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377D318-DB94-EAA7-8065-4E069168EDDD}"/>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1875698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0A445-D284-9856-F1E7-6093EFC346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9F27AF5-B73F-E53F-1F74-2BDCED432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DA50C91-09BC-E767-9FC4-8AA0A0C96F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DD19B-3F5F-2441-9DDC-8F93E6C3F031}"/>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6" name="Footer Placeholder 5">
            <a:extLst>
              <a:ext uri="{FF2B5EF4-FFF2-40B4-BE49-F238E27FC236}">
                <a16:creationId xmlns:a16="http://schemas.microsoft.com/office/drawing/2014/main" id="{AB359DCF-9884-6799-9B18-66A05D4A36A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4C1999-6CCA-DEDF-8CD4-0D7BC1259B81}"/>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3558327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C99F-B85B-644A-DCD9-500EDB5ECA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9D26BF5-2C2E-5843-7812-287990AD88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DB3EFC0-A388-B29D-6381-FA07A71C58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5F712A-1260-62C9-6ADD-240B0793EC76}"/>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6" name="Footer Placeholder 5">
            <a:extLst>
              <a:ext uri="{FF2B5EF4-FFF2-40B4-BE49-F238E27FC236}">
                <a16:creationId xmlns:a16="http://schemas.microsoft.com/office/drawing/2014/main" id="{C661676F-464A-043C-282B-BD4D103D8E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6C5455-8AC4-018E-8BDE-6134E4E74339}"/>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183881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2175-92CE-D241-122C-69F82B2AAFA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6043E43-9CB0-3810-C1FE-780AABFDA5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93409C-716B-5CC5-CCAA-A43B0135EA45}"/>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5" name="Footer Placeholder 4">
            <a:extLst>
              <a:ext uri="{FF2B5EF4-FFF2-40B4-BE49-F238E27FC236}">
                <a16:creationId xmlns:a16="http://schemas.microsoft.com/office/drawing/2014/main" id="{44F81AEE-3266-D7F0-A725-00E66B7BB19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90BE801-52E9-68B6-CB6C-E45BFCAC74AB}"/>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3804464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8F9923-B766-9032-B534-A665A8E580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4396421-5473-81E0-94FD-246DC6BDC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CE7B3E-E494-ECE6-83F1-C9FB0E47A860}"/>
              </a:ext>
            </a:extLst>
          </p:cNvPr>
          <p:cNvSpPr>
            <a:spLocks noGrp="1"/>
          </p:cNvSpPr>
          <p:nvPr>
            <p:ph type="dt" sz="half" idx="10"/>
          </p:nvPr>
        </p:nvSpPr>
        <p:spPr/>
        <p:txBody>
          <a:bodyPr/>
          <a:lstStyle/>
          <a:p>
            <a:fld id="{D971BDA7-324D-4761-895C-73407549AD42}" type="datetimeFigureOut">
              <a:rPr lang="en-GB" smtClean="0"/>
              <a:t>27/09/2026</a:t>
            </a:fld>
            <a:endParaRPr lang="en-GB"/>
          </a:p>
        </p:txBody>
      </p:sp>
      <p:sp>
        <p:nvSpPr>
          <p:cNvPr id="5" name="Footer Placeholder 4">
            <a:extLst>
              <a:ext uri="{FF2B5EF4-FFF2-40B4-BE49-F238E27FC236}">
                <a16:creationId xmlns:a16="http://schemas.microsoft.com/office/drawing/2014/main" id="{6B63B7AB-FF2B-CC9A-4B4A-152D34C700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148EC6-5299-9111-7D8F-F7CDC0732B40}"/>
              </a:ext>
            </a:extLst>
          </p:cNvPr>
          <p:cNvSpPr>
            <a:spLocks noGrp="1"/>
          </p:cNvSpPr>
          <p:nvPr>
            <p:ph type="sldNum" sz="quarter" idx="12"/>
          </p:nvPr>
        </p:nvSpPr>
        <p:spPr/>
        <p:txBody>
          <a:bodyPr/>
          <a:lstStyle/>
          <a:p>
            <a:fld id="{7BC0D630-C908-4A1D-BCA4-75E66A84A74C}" type="slidenum">
              <a:rPr lang="en-GB" smtClean="0"/>
              <a:t>‹#›</a:t>
            </a:fld>
            <a:endParaRPr lang="en-GB"/>
          </a:p>
        </p:txBody>
      </p:sp>
    </p:spTree>
    <p:extLst>
      <p:ext uri="{BB962C8B-B14F-4D97-AF65-F5344CB8AC3E}">
        <p14:creationId xmlns:p14="http://schemas.microsoft.com/office/powerpoint/2010/main" val="123440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1E875F-276C-9B00-19C0-8B1148E1E7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11DDDBE-D5B7-6249-BCA2-BF8CF4D011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7B650B-6CE0-76CA-6AFC-DC1546920B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71BDA7-324D-4761-895C-73407549AD42}" type="datetimeFigureOut">
              <a:rPr lang="en-GB" smtClean="0"/>
              <a:t>27/09/2026</a:t>
            </a:fld>
            <a:endParaRPr lang="en-GB"/>
          </a:p>
        </p:txBody>
      </p:sp>
      <p:sp>
        <p:nvSpPr>
          <p:cNvPr id="5" name="Footer Placeholder 4">
            <a:extLst>
              <a:ext uri="{FF2B5EF4-FFF2-40B4-BE49-F238E27FC236}">
                <a16:creationId xmlns:a16="http://schemas.microsoft.com/office/drawing/2014/main" id="{45F7EE51-9054-1D60-DF90-70D8D9E3EF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2D03E6-195A-8B1C-2BE0-B673F5D25D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0D630-C908-4A1D-BCA4-75E66A84A74C}" type="slidenum">
              <a:rPr lang="en-GB" smtClean="0"/>
              <a:t>‹#›</a:t>
            </a:fld>
            <a:endParaRPr lang="en-GB"/>
          </a:p>
        </p:txBody>
      </p:sp>
    </p:spTree>
    <p:extLst>
      <p:ext uri="{BB962C8B-B14F-4D97-AF65-F5344CB8AC3E}">
        <p14:creationId xmlns:p14="http://schemas.microsoft.com/office/powerpoint/2010/main" val="571658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973E19F-8F90-5CC1-7078-86BBEE76D123}"/>
              </a:ext>
            </a:extLst>
          </p:cNvPr>
          <p:cNvGraphicFramePr/>
          <p:nvPr>
            <p:extLst>
              <p:ext uri="{D42A27DB-BD31-4B8C-83A1-F6EECF244321}">
                <p14:modId xmlns:p14="http://schemas.microsoft.com/office/powerpoint/2010/main" val="3977377915"/>
              </p:ext>
            </p:extLst>
          </p:nvPr>
        </p:nvGraphicFramePr>
        <p:xfrm>
          <a:off x="693088" y="594360"/>
          <a:ext cx="10805823" cy="5669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35C79CCC-9E6E-B5C5-185F-0D12E445A7BF}"/>
              </a:ext>
            </a:extLst>
          </p:cNvPr>
          <p:cNvSpPr txBox="1"/>
          <p:nvPr/>
        </p:nvSpPr>
        <p:spPr>
          <a:xfrm>
            <a:off x="245660" y="409694"/>
            <a:ext cx="3836307" cy="369332"/>
          </a:xfrm>
          <a:prstGeom prst="rect">
            <a:avLst/>
          </a:prstGeom>
          <a:noFill/>
        </p:spPr>
        <p:txBody>
          <a:bodyPr wrap="none" rtlCol="0">
            <a:spAutoFit/>
          </a:bodyPr>
          <a:lstStyle/>
          <a:p>
            <a:r>
              <a:rPr lang="en-GB" dirty="0">
                <a:latin typeface="Georgia" panose="02040502050405020303" pitchFamily="18" charset="0"/>
              </a:rPr>
              <a:t>Romeo and Juliet – Quote Timeline</a:t>
            </a:r>
          </a:p>
        </p:txBody>
      </p:sp>
    </p:spTree>
    <p:extLst>
      <p:ext uri="{BB962C8B-B14F-4D97-AF65-F5344CB8AC3E}">
        <p14:creationId xmlns:p14="http://schemas.microsoft.com/office/powerpoint/2010/main" val="3935219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624</Words>
  <Application>Microsoft Office PowerPoint</Application>
  <PresentationFormat>Widescreen</PresentationFormat>
  <Paragraphs>13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Georgia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hittesh akil</dc:creator>
  <cp:lastModifiedBy>hittesh akil</cp:lastModifiedBy>
  <cp:revision>2</cp:revision>
  <dcterms:created xsi:type="dcterms:W3CDTF">2026-09-27T10:16:02Z</dcterms:created>
  <dcterms:modified xsi:type="dcterms:W3CDTF">2026-09-27T10:16:29Z</dcterms:modified>
</cp:coreProperties>
</file>